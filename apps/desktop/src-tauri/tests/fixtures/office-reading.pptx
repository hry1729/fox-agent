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第二页结果 247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AGV任务汇总 &amp; 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
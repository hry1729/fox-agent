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62" r:id="rId3"/>
    <p:sldId id="256" r:id="rId4"/>
    <p:sldId id="259" r:id="rId5"/>
    <p:sldId id="258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6D1"/>
    <a:srgbClr val="004BFE"/>
    <a:srgbClr val="718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08" autoAdjust="0"/>
  </p:normalViewPr>
  <p:slideViewPr>
    <p:cSldViewPr snapToGrid="0">
      <p:cViewPr>
        <p:scale>
          <a:sx n="75" d="100"/>
          <a:sy n="75" d="100"/>
        </p:scale>
        <p:origin x="1011" y="50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4D53F-7ADA-4CA3-8E22-32BBAD30D267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4B212-7A48-4567-8FCC-B5F07719FF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0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DE5B-F0B3-AC84-79C2-DDB93FA4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61AC09-CE01-3030-F66F-4BCB7611B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9D0E58-3ADA-7DF6-DE9D-15911A9C2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E35AE0-419C-0C86-6F4D-59AED1256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4B212-7A48-4567-8FCC-B5F07719FF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548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4B212-7A48-4567-8FCC-B5F07719FF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5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CF044FD-3267-CB6A-DDE0-63926C81C0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-1"/>
            <a:ext cx="12188761" cy="68598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93F32F4-E7E9-140F-3280-55602D703F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714" y="133256"/>
            <a:ext cx="2165436" cy="3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7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0F9445-198F-1063-3409-1A21ED40C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714" y="133256"/>
            <a:ext cx="2165436" cy="3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8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FD1E6562-3C12-D221-5D3C-D1079141A8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6954"/>
            <a:ext cx="12192000" cy="621022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0E1817D-A05D-8973-7947-25935714FD3B}"/>
              </a:ext>
            </a:extLst>
          </p:cNvPr>
          <p:cNvSpPr/>
          <p:nvPr userDrawn="1"/>
        </p:nvSpPr>
        <p:spPr>
          <a:xfrm>
            <a:off x="0" y="0"/>
            <a:ext cx="12192000" cy="64695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52400" dist="152400" dir="5400000" algn="t" rotWithShape="0">
              <a:srgbClr val="1E46D1">
                <a:lumMod val="20000"/>
                <a:lumOff val="80000"/>
                <a:alpha val="2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D1D47B6-DE7B-7287-2311-45025C846A77}"/>
              </a:ext>
            </a:extLst>
          </p:cNvPr>
          <p:cNvGrpSpPr/>
          <p:nvPr userDrawn="1"/>
        </p:nvGrpSpPr>
        <p:grpSpPr>
          <a:xfrm>
            <a:off x="-1316" y="157544"/>
            <a:ext cx="494464" cy="331866"/>
            <a:chOff x="0" y="122698"/>
            <a:chExt cx="337725" cy="401558"/>
          </a:xfrm>
        </p:grpSpPr>
        <p:sp>
          <p:nvSpPr>
            <p:cNvPr id="17" name="圆角矩形 9">
              <a:extLst>
                <a:ext uri="{FF2B5EF4-FFF2-40B4-BE49-F238E27FC236}">
                  <a16:creationId xmlns:a16="http://schemas.microsoft.com/office/drawing/2014/main" id="{D257BEF0-CD37-61CE-26B8-B34F051F7785}"/>
                </a:ext>
              </a:extLst>
            </p:cNvPr>
            <p:cNvSpPr/>
            <p:nvPr userDrawn="1"/>
          </p:nvSpPr>
          <p:spPr>
            <a:xfrm>
              <a:off x="0" y="122698"/>
              <a:ext cx="227584" cy="401558"/>
            </a:xfrm>
            <a:prstGeom prst="roundRect">
              <a:avLst>
                <a:gd name="adj" fmla="val 0"/>
              </a:avLst>
            </a:prstGeom>
            <a:solidFill>
              <a:srgbClr val="1E46D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圆角矩形 10">
              <a:extLst>
                <a:ext uri="{FF2B5EF4-FFF2-40B4-BE49-F238E27FC236}">
                  <a16:creationId xmlns:a16="http://schemas.microsoft.com/office/drawing/2014/main" id="{053887F6-AF6D-B200-BFBE-0728DD6392A5}"/>
                </a:ext>
              </a:extLst>
            </p:cNvPr>
            <p:cNvSpPr/>
            <p:nvPr userDrawn="1"/>
          </p:nvSpPr>
          <p:spPr>
            <a:xfrm>
              <a:off x="279128" y="122698"/>
              <a:ext cx="58597" cy="401558"/>
            </a:xfrm>
            <a:prstGeom prst="roundRect">
              <a:avLst>
                <a:gd name="adj" fmla="val 0"/>
              </a:avLst>
            </a:prstGeom>
            <a:solidFill>
              <a:srgbClr val="718BE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D4AB73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ABED138-22D1-7421-72F6-F0539CF014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714" y="133256"/>
            <a:ext cx="2165436" cy="38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01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6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2E7A19-5488-DF05-2C2E-2C7F130A003E}"/>
              </a:ext>
            </a:extLst>
          </p:cNvPr>
          <p:cNvSpPr txBox="1"/>
          <p:nvPr/>
        </p:nvSpPr>
        <p:spPr>
          <a:xfrm>
            <a:off x="441324" y="1682750"/>
            <a:ext cx="50387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rgbClr val="004B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Fox Agent</a:t>
            </a:r>
            <a:endParaRPr lang="zh-CN" altLang="en-US" sz="6600" b="1" dirty="0">
              <a:solidFill>
                <a:srgbClr val="004B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1DD2C1-BFBC-221A-31C4-722E8335EB29}"/>
              </a:ext>
            </a:extLst>
          </p:cNvPr>
          <p:cNvSpPr txBox="1"/>
          <p:nvPr/>
        </p:nvSpPr>
        <p:spPr>
          <a:xfrm>
            <a:off x="441324" y="2780428"/>
            <a:ext cx="59372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面向集团内部的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个人智能体平台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FA5D43-7CFD-6182-E5C9-842AE037964C}"/>
              </a:ext>
            </a:extLst>
          </p:cNvPr>
          <p:cNvSpPr txBox="1"/>
          <p:nvPr/>
        </p:nvSpPr>
        <p:spPr>
          <a:xfrm>
            <a:off x="441324" y="4935142"/>
            <a:ext cx="385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尚东分公司工程技术部 胡若愚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9052BF-2557-891B-91A7-6781932822B8}"/>
              </a:ext>
            </a:extLst>
          </p:cNvPr>
          <p:cNvSpPr/>
          <p:nvPr/>
        </p:nvSpPr>
        <p:spPr>
          <a:xfrm>
            <a:off x="555624" y="4694100"/>
            <a:ext cx="479426" cy="81696"/>
          </a:xfrm>
          <a:prstGeom prst="rect">
            <a:avLst/>
          </a:prstGeom>
          <a:solidFill>
            <a:srgbClr val="1E46D1"/>
          </a:solidFill>
          <a:ln>
            <a:solidFill>
              <a:srgbClr val="1E46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FE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CE86B3-6072-0966-343F-38153ADA3ACF}"/>
              </a:ext>
            </a:extLst>
          </p:cNvPr>
          <p:cNvSpPr/>
          <p:nvPr/>
        </p:nvSpPr>
        <p:spPr>
          <a:xfrm>
            <a:off x="555624" y="4690699"/>
            <a:ext cx="479426" cy="81696"/>
          </a:xfrm>
          <a:prstGeom prst="rect">
            <a:avLst/>
          </a:prstGeom>
          <a:solidFill>
            <a:srgbClr val="1E46D1"/>
          </a:solidFill>
          <a:ln>
            <a:solidFill>
              <a:srgbClr val="1E46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FE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348924-4635-8755-B94C-331004331E2C}"/>
              </a:ext>
            </a:extLst>
          </p:cNvPr>
          <p:cNvSpPr txBox="1"/>
          <p:nvPr/>
        </p:nvSpPr>
        <p:spPr>
          <a:xfrm>
            <a:off x="8661400" y="6229350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rgbClr val="1E46D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——  </a:t>
            </a:r>
            <a:r>
              <a:rPr lang="zh-CN" altLang="en-US" dirty="0">
                <a:solidFill>
                  <a:srgbClr val="1E46D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员工自己的智能伙伴</a:t>
            </a:r>
          </a:p>
        </p:txBody>
      </p:sp>
    </p:spTree>
    <p:extLst>
      <p:ext uri="{BB962C8B-B14F-4D97-AF65-F5344CB8AC3E}">
        <p14:creationId xmlns:p14="http://schemas.microsoft.com/office/powerpoint/2010/main" val="4201934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EEE576-B47A-7BBC-D343-D07047147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1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MINIMAL-Koen">
            <a:extLst>
              <a:ext uri="{FF2B5EF4-FFF2-40B4-BE49-F238E27FC236}">
                <a16:creationId xmlns:a16="http://schemas.microsoft.com/office/drawing/2014/main" id="{EB559DCD-0C27-AA7C-E40E-CF6BFCAC6EE1}"/>
              </a:ext>
            </a:extLst>
          </p:cNvPr>
          <p:cNvSpPr/>
          <p:nvPr/>
        </p:nvSpPr>
        <p:spPr>
          <a:xfrm>
            <a:off x="3507002" y="1149718"/>
            <a:ext cx="5178760" cy="5178760"/>
          </a:xfrm>
          <a:prstGeom prst="ellipse">
            <a:avLst/>
          </a:prstGeom>
          <a:gradFill flip="none" rotWithShape="1">
            <a:gsLst>
              <a:gs pos="56000">
                <a:srgbClr val="404040">
                  <a:alpha val="0"/>
                </a:srgbClr>
              </a:gs>
              <a:gs pos="100000">
                <a:srgbClr val="404040">
                  <a:alpha val="12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 Sans 4.0" panose="00000500000000000000" pitchFamily="2" charset="-122"/>
            </a:endParaRPr>
          </a:p>
        </p:txBody>
      </p:sp>
      <p:sp>
        <p:nvSpPr>
          <p:cNvPr id="211" name="MINIMAL-Koen">
            <a:extLst>
              <a:ext uri="{FF2B5EF4-FFF2-40B4-BE49-F238E27FC236}">
                <a16:creationId xmlns:a16="http://schemas.microsoft.com/office/drawing/2014/main" id="{8D44B493-DDA0-05B4-8DC8-DAA3498AF63B}"/>
              </a:ext>
            </a:extLst>
          </p:cNvPr>
          <p:cNvSpPr/>
          <p:nvPr/>
        </p:nvSpPr>
        <p:spPr>
          <a:xfrm>
            <a:off x="4175782" y="1818498"/>
            <a:ext cx="3841200" cy="38412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FFFFFF"/>
              </a:gs>
              <a:gs pos="46000">
                <a:srgbClr val="404040">
                  <a:lumMod val="5000"/>
                  <a:lumOff val="95000"/>
                </a:srgbClr>
              </a:gs>
            </a:gsLst>
            <a:path path="circle">
              <a:fillToRect r="100000" b="100000"/>
            </a:path>
          </a:gradFill>
          <a:ln w="12700" cap="flat" cmpd="sng" algn="ctr">
            <a:solidFill>
              <a:srgbClr val="FFFFFF">
                <a:lumMod val="75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 Sans 4.0" panose="00000500000000000000" pitchFamily="2" charset="-122"/>
            </a:endParaRPr>
          </a:p>
        </p:txBody>
      </p:sp>
      <p:sp>
        <p:nvSpPr>
          <p:cNvPr id="213" name="MINIMAL-Koen">
            <a:extLst>
              <a:ext uri="{FF2B5EF4-FFF2-40B4-BE49-F238E27FC236}">
                <a16:creationId xmlns:a16="http://schemas.microsoft.com/office/drawing/2014/main" id="{3737FBB8-E0E5-B43E-7978-105F230408C7}"/>
              </a:ext>
            </a:extLst>
          </p:cNvPr>
          <p:cNvSpPr/>
          <p:nvPr/>
        </p:nvSpPr>
        <p:spPr>
          <a:xfrm>
            <a:off x="4925568" y="2514774"/>
            <a:ext cx="2340864" cy="2340864"/>
          </a:xfrm>
          <a:prstGeom prst="ellipse">
            <a:avLst/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" name="MINIMAL-Koen">
            <a:extLst>
              <a:ext uri="{FF2B5EF4-FFF2-40B4-BE49-F238E27FC236}">
                <a16:creationId xmlns:a16="http://schemas.microsoft.com/office/drawing/2014/main" id="{0BC4D102-CDE6-7763-2F34-BC21135BC012}"/>
              </a:ext>
            </a:extLst>
          </p:cNvPr>
          <p:cNvSpPr txBox="1"/>
          <p:nvPr/>
        </p:nvSpPr>
        <p:spPr>
          <a:xfrm>
            <a:off x="5229350" y="3644436"/>
            <a:ext cx="1762407" cy="826380"/>
          </a:xfrm>
          <a:prstGeom prst="rect">
            <a:avLst/>
          </a:prstGeom>
          <a:noFill/>
          <a:effectLst/>
        </p:spPr>
        <p:txBody>
          <a:bodyPr wrap="none" lIns="86868" tIns="43434" rIns="86868" bIns="43434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 Sans 4.0" panose="00000500000000000000" pitchFamily="2" charset="-122"/>
              </a:rPr>
              <a:t>Fox Agent</a:t>
            </a:r>
          </a:p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 Sans 4.0" panose="00000500000000000000" pitchFamily="2" charset="-122"/>
              </a:rPr>
              <a:t>个人智能体</a:t>
            </a:r>
            <a:endParaRPr lang="en-US" altLang="zh-CN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 Sans 4.0" panose="00000500000000000000" pitchFamily="2" charset="-122"/>
            </a:endParaRPr>
          </a:p>
        </p:txBody>
      </p:sp>
      <p:sp>
        <p:nvSpPr>
          <p:cNvPr id="228" name="MINIMAL-Koen">
            <a:extLst>
              <a:ext uri="{FF2B5EF4-FFF2-40B4-BE49-F238E27FC236}">
                <a16:creationId xmlns:a16="http://schemas.microsoft.com/office/drawing/2014/main" id="{A7665209-E1B0-BD30-96EF-8D48E03301B6}"/>
              </a:ext>
            </a:extLst>
          </p:cNvPr>
          <p:cNvSpPr/>
          <p:nvPr/>
        </p:nvSpPr>
        <p:spPr>
          <a:xfrm>
            <a:off x="9248853" y="3015195"/>
            <a:ext cx="2325091" cy="1447806"/>
          </a:xfrm>
          <a:prstGeom prst="roundRect">
            <a:avLst>
              <a:gd name="adj" fmla="val 10000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MINIMAL-Koen">
            <a:extLst>
              <a:ext uri="{FF2B5EF4-FFF2-40B4-BE49-F238E27FC236}">
                <a16:creationId xmlns:a16="http://schemas.microsoft.com/office/drawing/2014/main" id="{077CA094-7A3C-ED01-5242-1E9BF00C911E}"/>
              </a:ext>
            </a:extLst>
          </p:cNvPr>
          <p:cNvSpPr/>
          <p:nvPr/>
        </p:nvSpPr>
        <p:spPr>
          <a:xfrm>
            <a:off x="612002" y="3015195"/>
            <a:ext cx="2325091" cy="14478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 algn="ctr">
            <a:solidFill>
              <a:srgbClr val="1E46D1"/>
            </a:solidFill>
            <a:prstDash val="solid"/>
            <a:miter lim="800000"/>
          </a:ln>
          <a:effectLst>
            <a:outerShdw blurRad="401544" dist="83392" dir="5400000" sx="79442" sy="79442" algn="t" rotWithShape="0">
              <a:srgbClr val="404040">
                <a:alpha val="11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5715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 Sans 4.0" panose="00000500000000000000" pitchFamily="2" charset="-122"/>
            </a:endParaRPr>
          </a:p>
        </p:txBody>
      </p:sp>
      <p:sp>
        <p:nvSpPr>
          <p:cNvPr id="274" name="MINIMAL-Koen">
            <a:extLst>
              <a:ext uri="{FF2B5EF4-FFF2-40B4-BE49-F238E27FC236}">
                <a16:creationId xmlns:a16="http://schemas.microsoft.com/office/drawing/2014/main" id="{51862B46-798D-C44B-F33C-129F3B883AE6}"/>
              </a:ext>
            </a:extLst>
          </p:cNvPr>
          <p:cNvSpPr/>
          <p:nvPr/>
        </p:nvSpPr>
        <p:spPr>
          <a:xfrm>
            <a:off x="3890581" y="2188545"/>
            <a:ext cx="1169928" cy="1169928"/>
          </a:xfrm>
          <a:prstGeom prst="ellipse">
            <a:avLst/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MINIMAL-Koen">
            <a:extLst>
              <a:ext uri="{FF2B5EF4-FFF2-40B4-BE49-F238E27FC236}">
                <a16:creationId xmlns:a16="http://schemas.microsoft.com/office/drawing/2014/main" id="{7920DA43-9BDD-AEEC-622F-FC1982C29F3C}"/>
              </a:ext>
            </a:extLst>
          </p:cNvPr>
          <p:cNvSpPr txBox="1"/>
          <p:nvPr/>
        </p:nvSpPr>
        <p:spPr>
          <a:xfrm>
            <a:off x="3963691" y="2855023"/>
            <a:ext cx="1017595" cy="282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spcBef>
                <a:spcPts val="300"/>
              </a:spcBef>
              <a:spcAft>
                <a:spcPts val="300"/>
              </a:spcAft>
              <a:defRPr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zh-CN" altLang="en-US" sz="1200" dirty="0"/>
              <a:t>模型服务</a:t>
            </a:r>
            <a:endParaRPr lang="en-US" altLang="zh-CN" sz="1200" dirty="0"/>
          </a:p>
        </p:txBody>
      </p:sp>
      <p:sp>
        <p:nvSpPr>
          <p:cNvPr id="277" name="MINIMAL-Koen">
            <a:extLst>
              <a:ext uri="{FF2B5EF4-FFF2-40B4-BE49-F238E27FC236}">
                <a16:creationId xmlns:a16="http://schemas.microsoft.com/office/drawing/2014/main" id="{6850EE61-31F0-8F2C-079A-076001880BA3}"/>
              </a:ext>
            </a:extLst>
          </p:cNvPr>
          <p:cNvSpPr/>
          <p:nvPr/>
        </p:nvSpPr>
        <p:spPr>
          <a:xfrm>
            <a:off x="5512847" y="1252194"/>
            <a:ext cx="1169928" cy="1169928"/>
          </a:xfrm>
          <a:prstGeom prst="ellipse">
            <a:avLst/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8" name="MINIMAL-Koen">
            <a:extLst>
              <a:ext uri="{FF2B5EF4-FFF2-40B4-BE49-F238E27FC236}">
                <a16:creationId xmlns:a16="http://schemas.microsoft.com/office/drawing/2014/main" id="{BA63FB16-B9A0-8565-E1C9-744D1807F90E}"/>
              </a:ext>
            </a:extLst>
          </p:cNvPr>
          <p:cNvSpPr txBox="1"/>
          <p:nvPr/>
        </p:nvSpPr>
        <p:spPr>
          <a:xfrm>
            <a:off x="5601755" y="1809339"/>
            <a:ext cx="1017595" cy="485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spcBef>
                <a:spcPts val="300"/>
              </a:spcBef>
              <a:spcAft>
                <a:spcPts val="300"/>
              </a:spcAft>
              <a:defRPr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zh-CN" altLang="en-US" sz="1200" dirty="0"/>
              <a:t>项目文件与工具</a:t>
            </a:r>
          </a:p>
        </p:txBody>
      </p:sp>
      <p:sp>
        <p:nvSpPr>
          <p:cNvPr id="280" name="MINIMAL-Koen">
            <a:extLst>
              <a:ext uri="{FF2B5EF4-FFF2-40B4-BE49-F238E27FC236}">
                <a16:creationId xmlns:a16="http://schemas.microsoft.com/office/drawing/2014/main" id="{6309C0AA-C6AA-1FF9-FEB5-3373E93D8332}"/>
              </a:ext>
            </a:extLst>
          </p:cNvPr>
          <p:cNvSpPr/>
          <p:nvPr/>
        </p:nvSpPr>
        <p:spPr>
          <a:xfrm>
            <a:off x="7111707" y="2193304"/>
            <a:ext cx="1169928" cy="1169928"/>
          </a:xfrm>
          <a:prstGeom prst="ellipse">
            <a:avLst/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1" name="MINIMAL-Koen">
            <a:extLst>
              <a:ext uri="{FF2B5EF4-FFF2-40B4-BE49-F238E27FC236}">
                <a16:creationId xmlns:a16="http://schemas.microsoft.com/office/drawing/2014/main" id="{61B7AE5B-471A-C93B-C4AE-697E3A2ED944}"/>
              </a:ext>
            </a:extLst>
          </p:cNvPr>
          <p:cNvSpPr txBox="1"/>
          <p:nvPr/>
        </p:nvSpPr>
        <p:spPr>
          <a:xfrm>
            <a:off x="7192844" y="2716044"/>
            <a:ext cx="1017595" cy="485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spcBef>
                <a:spcPts val="300"/>
              </a:spcBef>
              <a:spcAft>
                <a:spcPts val="300"/>
              </a:spcAft>
              <a:defRPr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en-US" altLang="zh-CN" sz="1200" dirty="0"/>
              <a:t>Skills/</a:t>
            </a:r>
            <a:r>
              <a:rPr lang="en-US" altLang="zh-CN" sz="1200" dirty="0" err="1"/>
              <a:t>Mcp</a:t>
            </a:r>
            <a:r>
              <a:rPr lang="en-US" altLang="zh-CN" sz="1200" dirty="0"/>
              <a:t>/</a:t>
            </a:r>
            <a:r>
              <a:rPr lang="zh-CN" altLang="en-US" sz="1200" dirty="0"/>
              <a:t>工具等</a:t>
            </a:r>
          </a:p>
        </p:txBody>
      </p:sp>
      <p:sp>
        <p:nvSpPr>
          <p:cNvPr id="283" name="MINIMAL-Koen">
            <a:extLst>
              <a:ext uri="{FF2B5EF4-FFF2-40B4-BE49-F238E27FC236}">
                <a16:creationId xmlns:a16="http://schemas.microsoft.com/office/drawing/2014/main" id="{41246C04-DA2D-2A2E-AF63-9AA05AE5B6D9}"/>
              </a:ext>
            </a:extLst>
          </p:cNvPr>
          <p:cNvSpPr/>
          <p:nvPr/>
        </p:nvSpPr>
        <p:spPr>
          <a:xfrm>
            <a:off x="7075273" y="4079732"/>
            <a:ext cx="1169928" cy="1169928"/>
          </a:xfrm>
          <a:prstGeom prst="ellipse">
            <a:avLst/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MINIMAL-Koen">
            <a:extLst>
              <a:ext uri="{FF2B5EF4-FFF2-40B4-BE49-F238E27FC236}">
                <a16:creationId xmlns:a16="http://schemas.microsoft.com/office/drawing/2014/main" id="{57814286-F3BF-652E-1FEA-7C1058D2F7D6}"/>
              </a:ext>
            </a:extLst>
          </p:cNvPr>
          <p:cNvSpPr txBox="1"/>
          <p:nvPr/>
        </p:nvSpPr>
        <p:spPr>
          <a:xfrm>
            <a:off x="7156410" y="4602472"/>
            <a:ext cx="1017595" cy="4857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spcBef>
                <a:spcPts val="300"/>
              </a:spcBef>
              <a:spcAft>
                <a:spcPts val="300"/>
              </a:spcAft>
              <a:defRPr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en-US" altLang="zh-CN" sz="1200" dirty="0"/>
              <a:t>SQLite </a:t>
            </a:r>
            <a:r>
              <a:rPr lang="zh-CN" altLang="en-US" sz="1200" dirty="0"/>
              <a:t>事实存储</a:t>
            </a:r>
          </a:p>
        </p:txBody>
      </p:sp>
      <p:sp>
        <p:nvSpPr>
          <p:cNvPr id="286" name="MINIMAL-Koen">
            <a:extLst>
              <a:ext uri="{FF2B5EF4-FFF2-40B4-BE49-F238E27FC236}">
                <a16:creationId xmlns:a16="http://schemas.microsoft.com/office/drawing/2014/main" id="{A3F743D6-AACF-E476-8AA2-E622629405DD}"/>
              </a:ext>
            </a:extLst>
          </p:cNvPr>
          <p:cNvSpPr/>
          <p:nvPr/>
        </p:nvSpPr>
        <p:spPr>
          <a:xfrm>
            <a:off x="5499098" y="4945701"/>
            <a:ext cx="1169928" cy="1169928"/>
          </a:xfrm>
          <a:prstGeom prst="ellipse">
            <a:avLst/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" name="MINIMAL-Koen">
            <a:extLst>
              <a:ext uri="{FF2B5EF4-FFF2-40B4-BE49-F238E27FC236}">
                <a16:creationId xmlns:a16="http://schemas.microsoft.com/office/drawing/2014/main" id="{DE44AA54-D113-75B6-E10D-79B97E147777}"/>
              </a:ext>
            </a:extLst>
          </p:cNvPr>
          <p:cNvSpPr txBox="1"/>
          <p:nvPr/>
        </p:nvSpPr>
        <p:spPr>
          <a:xfrm>
            <a:off x="5576929" y="5576437"/>
            <a:ext cx="1017595" cy="282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spcBef>
                <a:spcPts val="300"/>
              </a:spcBef>
              <a:spcAft>
                <a:spcPts val="300"/>
              </a:spcAft>
              <a:defRPr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zh-CN" altLang="en-US" sz="1200" dirty="0"/>
              <a:t>个人知识库</a:t>
            </a:r>
          </a:p>
        </p:txBody>
      </p:sp>
      <p:sp>
        <p:nvSpPr>
          <p:cNvPr id="289" name="MINIMAL-Koen">
            <a:extLst>
              <a:ext uri="{FF2B5EF4-FFF2-40B4-BE49-F238E27FC236}">
                <a16:creationId xmlns:a16="http://schemas.microsoft.com/office/drawing/2014/main" id="{7CAF809A-763C-A694-AAD0-B439BD6B59F0}"/>
              </a:ext>
            </a:extLst>
          </p:cNvPr>
          <p:cNvSpPr/>
          <p:nvPr/>
        </p:nvSpPr>
        <p:spPr>
          <a:xfrm>
            <a:off x="3922924" y="4084364"/>
            <a:ext cx="1169928" cy="1169928"/>
          </a:xfrm>
          <a:prstGeom prst="ellipse">
            <a:avLst/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0" name="MINIMAL-Koen">
            <a:extLst>
              <a:ext uri="{FF2B5EF4-FFF2-40B4-BE49-F238E27FC236}">
                <a16:creationId xmlns:a16="http://schemas.microsoft.com/office/drawing/2014/main" id="{AFEF240C-C1B9-A628-4A2E-4D73831EB01F}"/>
              </a:ext>
            </a:extLst>
          </p:cNvPr>
          <p:cNvSpPr txBox="1"/>
          <p:nvPr/>
        </p:nvSpPr>
        <p:spPr>
          <a:xfrm>
            <a:off x="3999091" y="4712511"/>
            <a:ext cx="1017595" cy="282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spcBef>
                <a:spcPts val="300"/>
              </a:spcBef>
              <a:spcAft>
                <a:spcPts val="300"/>
              </a:spcAft>
              <a:defRPr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/>
            <a:r>
              <a:rPr lang="zh-CN" altLang="en-US" sz="1200" dirty="0"/>
              <a:t>组织知识库</a:t>
            </a:r>
          </a:p>
        </p:txBody>
      </p:sp>
      <p:sp>
        <p:nvSpPr>
          <p:cNvPr id="293" name="文本占位符 22">
            <a:extLst>
              <a:ext uri="{FF2B5EF4-FFF2-40B4-BE49-F238E27FC236}">
                <a16:creationId xmlns:a16="http://schemas.microsoft.com/office/drawing/2014/main" id="{AD60981F-1B33-71F1-E4A2-381C27918BC8}"/>
              </a:ext>
            </a:extLst>
          </p:cNvPr>
          <p:cNvSpPr txBox="1">
            <a:spLocks/>
          </p:cNvSpPr>
          <p:nvPr/>
        </p:nvSpPr>
        <p:spPr>
          <a:xfrm>
            <a:off x="697807" y="135992"/>
            <a:ext cx="6102385" cy="368750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kumimoji="1" lang="zh-CN" altLang="en-US" sz="2400" b="1" i="0" kern="12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POSans B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E46D1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Fox Agent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46D1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项目架构</a:t>
            </a:r>
          </a:p>
        </p:txBody>
      </p:sp>
      <p:grpSp>
        <p:nvGrpSpPr>
          <p:cNvPr id="324" name="组合 323">
            <a:extLst>
              <a:ext uri="{FF2B5EF4-FFF2-40B4-BE49-F238E27FC236}">
                <a16:creationId xmlns:a16="http://schemas.microsoft.com/office/drawing/2014/main" id="{561B042B-E63E-E2A0-9B5C-27ABBDAE6D84}"/>
              </a:ext>
            </a:extLst>
          </p:cNvPr>
          <p:cNvGrpSpPr/>
          <p:nvPr/>
        </p:nvGrpSpPr>
        <p:grpSpPr>
          <a:xfrm>
            <a:off x="3268544" y="3656167"/>
            <a:ext cx="607758" cy="181667"/>
            <a:chOff x="3268544" y="3656167"/>
            <a:chExt cx="607758" cy="181667"/>
          </a:xfrm>
        </p:grpSpPr>
        <p:sp>
          <p:nvSpPr>
            <p:cNvPr id="295" name="MINIMAL-Koen">
              <a:extLst>
                <a:ext uri="{FF2B5EF4-FFF2-40B4-BE49-F238E27FC236}">
                  <a16:creationId xmlns:a16="http://schemas.microsoft.com/office/drawing/2014/main" id="{2FC2EB73-3A66-40F7-31D6-CDCC88F1F382}"/>
                </a:ext>
              </a:extLst>
            </p:cNvPr>
            <p:cNvSpPr/>
            <p:nvPr/>
          </p:nvSpPr>
          <p:spPr>
            <a:xfrm>
              <a:off x="3707847" y="3656167"/>
              <a:ext cx="168455" cy="181667"/>
            </a:xfrm>
            <a:custGeom>
              <a:avLst/>
              <a:gdLst>
                <a:gd name="connsiteX0" fmla="*/ 194310 w 194310"/>
                <a:gd name="connsiteY0" fmla="*/ 104775 h 209550"/>
                <a:gd name="connsiteX1" fmla="*/ 0 w 194310"/>
                <a:gd name="connsiteY1" fmla="*/ 0 h 209550"/>
                <a:gd name="connsiteX2" fmla="*/ 0 w 194310"/>
                <a:gd name="connsiteY2" fmla="*/ 209550 h 209550"/>
                <a:gd name="connsiteX3" fmla="*/ 194310 w 194310"/>
                <a:gd name="connsiteY3" fmla="*/ 10477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310" h="209550">
                  <a:moveTo>
                    <a:pt x="194310" y="104775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94310" y="104775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81000">
                  <a:srgbClr val="575757">
                    <a:lumMod val="80000"/>
                    <a:lumOff val="20000"/>
                  </a:srgbClr>
                </a:gs>
              </a:gsLst>
              <a:lin ang="66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69900" dist="215900" dir="5400000" algn="ctr" rotWithShape="0">
                <a:srgbClr val="575757">
                  <a:alpha val="2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MINIMAL-Koen">
              <a:extLst>
                <a:ext uri="{FF2B5EF4-FFF2-40B4-BE49-F238E27FC236}">
                  <a16:creationId xmlns:a16="http://schemas.microsoft.com/office/drawing/2014/main" id="{C564A7F2-1535-EE45-B1D6-38E58D984EBD}"/>
                </a:ext>
              </a:extLst>
            </p:cNvPr>
            <p:cNvSpPr/>
            <p:nvPr/>
          </p:nvSpPr>
          <p:spPr>
            <a:xfrm>
              <a:off x="3268544" y="3740394"/>
              <a:ext cx="455819" cy="6606"/>
            </a:xfrm>
            <a:custGeom>
              <a:avLst/>
              <a:gdLst>
                <a:gd name="connsiteX0" fmla="*/ 525780 w 525780"/>
                <a:gd name="connsiteY0" fmla="*/ 0 h 7620"/>
                <a:gd name="connsiteX1" fmla="*/ 0 w 525780"/>
                <a:gd name="connsiteY1" fmla="*/ 0 h 7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5780" h="7620">
                  <a:moveTo>
                    <a:pt x="525780" y="0"/>
                  </a:move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575757">
                    <a:alpha val="0"/>
                  </a:srgbClr>
                </a:gs>
                <a:gs pos="100000">
                  <a:srgbClr val="575757"/>
                </a:gs>
              </a:gsLst>
            </a:gradFill>
            <a:ln w="53340" cap="rnd">
              <a:gradFill>
                <a:gsLst>
                  <a:gs pos="0">
                    <a:srgbClr val="575757">
                      <a:alpha val="0"/>
                    </a:srgbClr>
                  </a:gs>
                  <a:gs pos="97000">
                    <a:srgbClr val="575757"/>
                  </a:gs>
                </a:gsLst>
                <a:lin ang="0" scaled="0"/>
              </a:gra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 Sans 4.0" panose="00000500000000000000" pitchFamily="2" charset="-122"/>
              </a:endParaRPr>
            </a:p>
          </p:txBody>
        </p:sp>
      </p:grpSp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89881F67-5B02-A7CB-8E0F-A6925B86D190}"/>
              </a:ext>
            </a:extLst>
          </p:cNvPr>
          <p:cNvGrpSpPr/>
          <p:nvPr/>
        </p:nvGrpSpPr>
        <p:grpSpPr>
          <a:xfrm>
            <a:off x="8387126" y="3656166"/>
            <a:ext cx="607758" cy="181667"/>
            <a:chOff x="8219669" y="3656166"/>
            <a:chExt cx="607758" cy="181667"/>
          </a:xfrm>
        </p:grpSpPr>
        <p:sp>
          <p:nvSpPr>
            <p:cNvPr id="207" name="MINIMAL-Koen">
              <a:extLst>
                <a:ext uri="{FF2B5EF4-FFF2-40B4-BE49-F238E27FC236}">
                  <a16:creationId xmlns:a16="http://schemas.microsoft.com/office/drawing/2014/main" id="{321E11CD-E260-79BB-97A1-3DA1F0A02D8A}"/>
                </a:ext>
              </a:extLst>
            </p:cNvPr>
            <p:cNvSpPr/>
            <p:nvPr/>
          </p:nvSpPr>
          <p:spPr>
            <a:xfrm>
              <a:off x="8658972" y="3656166"/>
              <a:ext cx="168455" cy="181667"/>
            </a:xfrm>
            <a:custGeom>
              <a:avLst/>
              <a:gdLst>
                <a:gd name="connsiteX0" fmla="*/ 194310 w 194310"/>
                <a:gd name="connsiteY0" fmla="*/ 104775 h 209550"/>
                <a:gd name="connsiteX1" fmla="*/ 0 w 194310"/>
                <a:gd name="connsiteY1" fmla="*/ 0 h 209550"/>
                <a:gd name="connsiteX2" fmla="*/ 0 w 194310"/>
                <a:gd name="connsiteY2" fmla="*/ 209550 h 209550"/>
                <a:gd name="connsiteX3" fmla="*/ 194310 w 194310"/>
                <a:gd name="connsiteY3" fmla="*/ 10477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310" h="209550">
                  <a:moveTo>
                    <a:pt x="194310" y="104775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94310" y="104775"/>
                  </a:lnTo>
                  <a:close/>
                </a:path>
              </a:pathLst>
            </a:custGeom>
            <a:gradFill>
              <a:gsLst>
                <a:gs pos="0">
                  <a:srgbClr val="575757"/>
                </a:gs>
                <a:gs pos="81000">
                  <a:srgbClr val="575757">
                    <a:lumMod val="80000"/>
                    <a:lumOff val="20000"/>
                  </a:srgbClr>
                </a:gs>
              </a:gsLst>
              <a:lin ang="6600000" scaled="0"/>
            </a:gradFill>
            <a:ln w="12700" cap="flat" cmpd="sng" algn="ctr">
              <a:noFill/>
              <a:prstDash val="solid"/>
              <a:miter lim="800000"/>
            </a:ln>
            <a:effectLst>
              <a:outerShdw blurRad="469900" dist="215900" dir="5400000" algn="ctr" rotWithShape="0">
                <a:srgbClr val="575757">
                  <a:alpha val="2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MINIMAL-Koen">
              <a:extLst>
                <a:ext uri="{FF2B5EF4-FFF2-40B4-BE49-F238E27FC236}">
                  <a16:creationId xmlns:a16="http://schemas.microsoft.com/office/drawing/2014/main" id="{3C09718F-C6EC-35BE-F7CB-26681260DCC9}"/>
                </a:ext>
              </a:extLst>
            </p:cNvPr>
            <p:cNvSpPr/>
            <p:nvPr/>
          </p:nvSpPr>
          <p:spPr>
            <a:xfrm>
              <a:off x="8219669" y="3740393"/>
              <a:ext cx="455819" cy="6606"/>
            </a:xfrm>
            <a:custGeom>
              <a:avLst/>
              <a:gdLst>
                <a:gd name="connsiteX0" fmla="*/ 525780 w 525780"/>
                <a:gd name="connsiteY0" fmla="*/ 0 h 7620"/>
                <a:gd name="connsiteX1" fmla="*/ 0 w 525780"/>
                <a:gd name="connsiteY1" fmla="*/ 0 h 7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5780" h="7620">
                  <a:moveTo>
                    <a:pt x="525780" y="0"/>
                  </a:move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rgbClr val="575757">
                    <a:alpha val="0"/>
                  </a:srgbClr>
                </a:gs>
                <a:gs pos="100000">
                  <a:srgbClr val="575757"/>
                </a:gs>
              </a:gsLst>
            </a:gradFill>
            <a:ln w="53340" cap="rnd">
              <a:gradFill>
                <a:gsLst>
                  <a:gs pos="0">
                    <a:srgbClr val="575757">
                      <a:alpha val="0"/>
                    </a:srgbClr>
                  </a:gs>
                  <a:gs pos="97000">
                    <a:srgbClr val="575757"/>
                  </a:gs>
                </a:gsLst>
                <a:lin ang="0" scaled="0"/>
              </a:gra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 Sans 4.0" panose="00000500000000000000" pitchFamily="2" charset="-122"/>
              </a:endParaRPr>
            </a:p>
          </p:txBody>
        </p:sp>
      </p:grpSp>
      <p:pic>
        <p:nvPicPr>
          <p:cNvPr id="298" name="图形 297">
            <a:extLst>
              <a:ext uri="{FF2B5EF4-FFF2-40B4-BE49-F238E27FC236}">
                <a16:creationId xmlns:a16="http://schemas.microsoft.com/office/drawing/2014/main" id="{CDDD2333-66E6-B75E-AF79-890B9A5EF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729" y="3422959"/>
            <a:ext cx="600671" cy="600671"/>
          </a:xfrm>
          <a:prstGeom prst="rect">
            <a:avLst/>
          </a:prstGeom>
        </p:spPr>
      </p:pic>
      <p:pic>
        <p:nvPicPr>
          <p:cNvPr id="300" name="图形 299">
            <a:extLst>
              <a:ext uri="{FF2B5EF4-FFF2-40B4-BE49-F238E27FC236}">
                <a16:creationId xmlns:a16="http://schemas.microsoft.com/office/drawing/2014/main" id="{FD0D5A86-2E41-45D7-DB4B-BD49BB7D25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2292" y="4333250"/>
            <a:ext cx="374682" cy="374682"/>
          </a:xfrm>
          <a:prstGeom prst="rect">
            <a:avLst/>
          </a:prstGeom>
        </p:spPr>
      </p:pic>
      <p:pic>
        <p:nvPicPr>
          <p:cNvPr id="302" name="图形 301">
            <a:extLst>
              <a:ext uri="{FF2B5EF4-FFF2-40B4-BE49-F238E27FC236}">
                <a16:creationId xmlns:a16="http://schemas.microsoft.com/office/drawing/2014/main" id="{B334C9EB-50C5-5E47-B920-1C3F7135C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2292" y="2399092"/>
            <a:ext cx="374682" cy="374682"/>
          </a:xfrm>
          <a:prstGeom prst="rect">
            <a:avLst/>
          </a:prstGeom>
        </p:spPr>
      </p:pic>
      <p:pic>
        <p:nvPicPr>
          <p:cNvPr id="304" name="图形 303">
            <a:extLst>
              <a:ext uri="{FF2B5EF4-FFF2-40B4-BE49-F238E27FC236}">
                <a16:creationId xmlns:a16="http://schemas.microsoft.com/office/drawing/2014/main" id="{AFDF2384-1C78-0C0A-7502-3E0D50AEB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022" y="3415901"/>
            <a:ext cx="600671" cy="600671"/>
          </a:xfrm>
          <a:prstGeom prst="rect">
            <a:avLst/>
          </a:prstGeom>
        </p:spPr>
      </p:pic>
      <p:pic>
        <p:nvPicPr>
          <p:cNvPr id="306" name="图形 305">
            <a:extLst>
              <a:ext uri="{FF2B5EF4-FFF2-40B4-BE49-F238E27FC236}">
                <a16:creationId xmlns:a16="http://schemas.microsoft.com/office/drawing/2014/main" id="{23297158-1F14-514F-DFC6-B8A237950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2896" y="4275660"/>
            <a:ext cx="374682" cy="374682"/>
          </a:xfrm>
          <a:prstGeom prst="rect">
            <a:avLst/>
          </a:prstGeom>
        </p:spPr>
      </p:pic>
      <p:pic>
        <p:nvPicPr>
          <p:cNvPr id="308" name="图形 307">
            <a:extLst>
              <a:ext uri="{FF2B5EF4-FFF2-40B4-BE49-F238E27FC236}">
                <a16:creationId xmlns:a16="http://schemas.microsoft.com/office/drawing/2014/main" id="{C058DB96-4FDB-6A23-4138-321005C79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4890" y="2393206"/>
            <a:ext cx="374682" cy="374682"/>
          </a:xfrm>
          <a:prstGeom prst="rect">
            <a:avLst/>
          </a:prstGeom>
        </p:spPr>
      </p:pic>
      <p:pic>
        <p:nvPicPr>
          <p:cNvPr id="310" name="图形 309">
            <a:extLst>
              <a:ext uri="{FF2B5EF4-FFF2-40B4-BE49-F238E27FC236}">
                <a16:creationId xmlns:a16="http://schemas.microsoft.com/office/drawing/2014/main" id="{F96FC544-6D0F-AD40-AD2D-E00B51466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96721" y="5157713"/>
            <a:ext cx="374682" cy="374682"/>
          </a:xfrm>
          <a:prstGeom prst="rect">
            <a:avLst/>
          </a:prstGeom>
        </p:spPr>
      </p:pic>
      <p:sp>
        <p:nvSpPr>
          <p:cNvPr id="314" name="文本框 313">
            <a:extLst>
              <a:ext uri="{FF2B5EF4-FFF2-40B4-BE49-F238E27FC236}">
                <a16:creationId xmlns:a16="http://schemas.microsoft.com/office/drawing/2014/main" id="{9B0DDFD9-3CFF-AB8A-D869-6D819D5075FE}"/>
              </a:ext>
            </a:extLst>
          </p:cNvPr>
          <p:cNvSpPr txBox="1"/>
          <p:nvPr/>
        </p:nvSpPr>
        <p:spPr>
          <a:xfrm>
            <a:off x="1395090" y="3508265"/>
            <a:ext cx="1473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4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用户任务</a:t>
            </a:r>
            <a:endParaRPr lang="en-US" altLang="zh-CN" sz="24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6" name="图形 315">
            <a:extLst>
              <a:ext uri="{FF2B5EF4-FFF2-40B4-BE49-F238E27FC236}">
                <a16:creationId xmlns:a16="http://schemas.microsoft.com/office/drawing/2014/main" id="{8AEBE68F-B300-DD78-B8EA-AB70B9D5D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3212" y="1438340"/>
            <a:ext cx="374682" cy="374682"/>
          </a:xfrm>
          <a:prstGeom prst="rect">
            <a:avLst/>
          </a:prstGeom>
        </p:spPr>
      </p:pic>
      <p:sp>
        <p:nvSpPr>
          <p:cNvPr id="317" name="文本框 316">
            <a:extLst>
              <a:ext uri="{FF2B5EF4-FFF2-40B4-BE49-F238E27FC236}">
                <a16:creationId xmlns:a16="http://schemas.microsoft.com/office/drawing/2014/main" id="{9C877212-E1EA-1DEF-8406-9070AEDB9742}"/>
              </a:ext>
            </a:extLst>
          </p:cNvPr>
          <p:cNvSpPr txBox="1"/>
          <p:nvPr/>
        </p:nvSpPr>
        <p:spPr>
          <a:xfrm>
            <a:off x="9980830" y="3399313"/>
            <a:ext cx="14735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结果交付</a:t>
            </a:r>
            <a:endParaRPr lang="en-US" altLang="zh-CN" sz="24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0DBA1F64-7CFC-BDD2-4C9D-B53E9096A97A}"/>
              </a:ext>
            </a:extLst>
          </p:cNvPr>
          <p:cNvSpPr txBox="1"/>
          <p:nvPr/>
        </p:nvSpPr>
        <p:spPr>
          <a:xfrm>
            <a:off x="9967380" y="3780335"/>
            <a:ext cx="14735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</a:t>
            </a:r>
            <a:r>
              <a:rPr lang="en-US" altLang="zh-CN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审计</a:t>
            </a:r>
            <a:r>
              <a:rPr lang="en-US" altLang="zh-CN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可追溯</a:t>
            </a:r>
            <a:endParaRPr lang="en-US" altLang="zh-CN" sz="11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0" name="图片 319">
            <a:extLst>
              <a:ext uri="{FF2B5EF4-FFF2-40B4-BE49-F238E27FC236}">
                <a16:creationId xmlns:a16="http://schemas.microsoft.com/office/drawing/2014/main" id="{8DE2F4E5-E9EF-4EAC-4E4A-DCD726508A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600" y="2760610"/>
            <a:ext cx="942165" cy="9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5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0E0B-52C7-AEFA-2C47-EBA19328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509FEFF-DD88-40F4-1F88-C1D2617CA2BD}"/>
              </a:ext>
            </a:extLst>
          </p:cNvPr>
          <p:cNvSpPr/>
          <p:nvPr/>
        </p:nvSpPr>
        <p:spPr>
          <a:xfrm>
            <a:off x="171448" y="3452031"/>
            <a:ext cx="1328790" cy="522631"/>
          </a:xfrm>
          <a:prstGeom prst="roundRect">
            <a:avLst>
              <a:gd name="adj" fmla="val 24874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数据层</a:t>
            </a:r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6B779960-DF7B-324F-F64C-0A04C5873C84}"/>
              </a:ext>
            </a:extLst>
          </p:cNvPr>
          <p:cNvSpPr txBox="1">
            <a:spLocks/>
          </p:cNvSpPr>
          <p:nvPr/>
        </p:nvSpPr>
        <p:spPr>
          <a:xfrm>
            <a:off x="697807" y="135992"/>
            <a:ext cx="6102385" cy="374970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kumimoji="1" lang="zh-CN" altLang="en-US" sz="2400" b="1" i="0" kern="12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POSans B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46D1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架构图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377E0E9-08B8-A262-455A-B9E62FC4B58B}"/>
              </a:ext>
            </a:extLst>
          </p:cNvPr>
          <p:cNvSpPr/>
          <p:nvPr/>
        </p:nvSpPr>
        <p:spPr>
          <a:xfrm>
            <a:off x="174631" y="825370"/>
            <a:ext cx="1328790" cy="835883"/>
          </a:xfrm>
          <a:prstGeom prst="roundRect">
            <a:avLst>
              <a:gd name="adj" fmla="val 15421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33EA4C8-47D1-CD4B-C5AD-8C1BE7DF0DA9}"/>
              </a:ext>
            </a:extLst>
          </p:cNvPr>
          <p:cNvGrpSpPr/>
          <p:nvPr/>
        </p:nvGrpSpPr>
        <p:grpSpPr>
          <a:xfrm>
            <a:off x="1635419" y="825370"/>
            <a:ext cx="2496489" cy="835883"/>
            <a:chOff x="1690578" y="905850"/>
            <a:chExt cx="2496489" cy="83588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170D8844-6444-D8C1-2D2A-AC7D5CA0B83E}"/>
                </a:ext>
              </a:extLst>
            </p:cNvPr>
            <p:cNvSpPr/>
            <p:nvPr/>
          </p:nvSpPr>
          <p:spPr>
            <a:xfrm>
              <a:off x="1690578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C1DD9AF-A67A-5FBC-0F9A-9F49E7691659}"/>
                </a:ext>
              </a:extLst>
            </p:cNvPr>
            <p:cNvSpPr txBox="1"/>
            <p:nvPr/>
          </p:nvSpPr>
          <p:spPr>
            <a:xfrm>
              <a:off x="1810915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设备概览、实时监控、历史查询</a:t>
              </a: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90518F8-3611-84FA-88CD-99F8906FE6F6}"/>
                </a:ext>
              </a:extLst>
            </p:cNvPr>
            <p:cNvGrpSpPr/>
            <p:nvPr/>
          </p:nvGrpSpPr>
          <p:grpSpPr>
            <a:xfrm>
              <a:off x="2058514" y="1025530"/>
              <a:ext cx="1759069" cy="358644"/>
              <a:chOff x="2053774" y="984442"/>
              <a:chExt cx="1759069" cy="358644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1E46B11-0AE1-1E35-07D7-0D33D4FCB0B2}"/>
                  </a:ext>
                </a:extLst>
              </p:cNvPr>
              <p:cNvSpPr txBox="1"/>
              <p:nvPr/>
            </p:nvSpPr>
            <p:spPr>
              <a:xfrm>
                <a:off x="2339260" y="996463"/>
                <a:ext cx="14735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网页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Web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端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1" name="图形 40">
                <a:extLst>
                  <a:ext uri="{FF2B5EF4-FFF2-40B4-BE49-F238E27FC236}">
                    <a16:creationId xmlns:a16="http://schemas.microsoft.com/office/drawing/2014/main" id="{9C4E198F-6BD8-6C6A-F877-E23C9E3706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53774" y="984442"/>
                <a:ext cx="358644" cy="358644"/>
              </a:xfrm>
              <a:prstGeom prst="rect">
                <a:avLst/>
              </a:prstGeom>
            </p:spPr>
          </p:pic>
        </p:grpSp>
      </p:grp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75B2709-9A06-19B7-1227-7AEF573300E2}"/>
              </a:ext>
            </a:extLst>
          </p:cNvPr>
          <p:cNvSpPr/>
          <p:nvPr/>
        </p:nvSpPr>
        <p:spPr>
          <a:xfrm>
            <a:off x="1635419" y="1805341"/>
            <a:ext cx="10385131" cy="522631"/>
          </a:xfrm>
          <a:prstGeom prst="roundRect">
            <a:avLst>
              <a:gd name="adj" fmla="val 21229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95A600B-5487-5E69-EB07-5532AB544811}"/>
              </a:ext>
            </a:extLst>
          </p:cNvPr>
          <p:cNvSpPr/>
          <p:nvPr/>
        </p:nvSpPr>
        <p:spPr>
          <a:xfrm>
            <a:off x="178114" y="2471794"/>
            <a:ext cx="1328790" cy="835883"/>
          </a:xfrm>
          <a:prstGeom prst="roundRect">
            <a:avLst>
              <a:gd name="adj" fmla="val 15378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存储层</a:t>
            </a:r>
            <a:endParaRPr lang="en-US" altLang="zh-CN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8F3A095C-9C2C-3BD1-1680-42894C7B8727}"/>
              </a:ext>
            </a:extLst>
          </p:cNvPr>
          <p:cNvSpPr/>
          <p:nvPr/>
        </p:nvSpPr>
        <p:spPr>
          <a:xfrm>
            <a:off x="1635419" y="3452031"/>
            <a:ext cx="10385130" cy="522631"/>
          </a:xfrm>
          <a:prstGeom prst="roundRect">
            <a:avLst>
              <a:gd name="adj" fmla="val 21229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8D9439A7-D87C-D92A-20C4-713962FF1E84}"/>
              </a:ext>
            </a:extLst>
          </p:cNvPr>
          <p:cNvSpPr/>
          <p:nvPr/>
        </p:nvSpPr>
        <p:spPr>
          <a:xfrm>
            <a:off x="171448" y="4094552"/>
            <a:ext cx="1328790" cy="2591998"/>
          </a:xfrm>
          <a:prstGeom prst="roundRect">
            <a:avLst>
              <a:gd name="adj" fmla="val 10060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采集层</a:t>
            </a:r>
            <a:endParaRPr lang="en-US" altLang="zh-CN" sz="36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98AA618-80F6-3170-B1A4-077AB3498F81}"/>
              </a:ext>
            </a:extLst>
          </p:cNvPr>
          <p:cNvGrpSpPr/>
          <p:nvPr/>
        </p:nvGrpSpPr>
        <p:grpSpPr>
          <a:xfrm>
            <a:off x="4263906" y="825370"/>
            <a:ext cx="2496489" cy="835883"/>
            <a:chOff x="4266351" y="905850"/>
            <a:chExt cx="2496489" cy="835883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CBFC22F0-9FCA-A1D1-C3E5-DC4E1320E202}"/>
                </a:ext>
              </a:extLst>
            </p:cNvPr>
            <p:cNvSpPr/>
            <p:nvPr/>
          </p:nvSpPr>
          <p:spPr>
            <a:xfrm>
              <a:off x="4266351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E5697ED-19E0-144B-3177-04C64B889BCE}"/>
                </a:ext>
              </a:extLst>
            </p:cNvPr>
            <p:cNvSpPr txBox="1"/>
            <p:nvPr/>
          </p:nvSpPr>
          <p:spPr>
            <a:xfrm>
              <a:off x="4387895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报表管理、节点管理、运行监控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989566B-CDB1-D940-D2F5-095E4B1CF6B1}"/>
                </a:ext>
              </a:extLst>
            </p:cNvPr>
            <p:cNvSpPr txBox="1"/>
            <p:nvPr/>
          </p:nvSpPr>
          <p:spPr>
            <a:xfrm>
              <a:off x="4920112" y="1035575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桌面</a:t>
              </a: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" name="图形 3">
              <a:extLst>
                <a:ext uri="{FF2B5EF4-FFF2-40B4-BE49-F238E27FC236}">
                  <a16:creationId xmlns:a16="http://schemas.microsoft.com/office/drawing/2014/main" id="{DB54380C-A1F4-7280-C5C4-2EDF1A171A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76329" y="1055338"/>
              <a:ext cx="299028" cy="299028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AEFCE64-7A09-AAE5-8677-8FAC8F84E36E}"/>
              </a:ext>
            </a:extLst>
          </p:cNvPr>
          <p:cNvGrpSpPr/>
          <p:nvPr/>
        </p:nvGrpSpPr>
        <p:grpSpPr>
          <a:xfrm>
            <a:off x="9520880" y="825370"/>
            <a:ext cx="2496489" cy="835883"/>
            <a:chOff x="9417897" y="905850"/>
            <a:chExt cx="2496489" cy="835883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7448626-1598-638F-569A-AF384D055E45}"/>
                </a:ext>
              </a:extLst>
            </p:cNvPr>
            <p:cNvSpPr/>
            <p:nvPr/>
          </p:nvSpPr>
          <p:spPr>
            <a:xfrm>
              <a:off x="9417897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A032FE2-17D1-4360-71F6-32295D247F3B}"/>
                </a:ext>
              </a:extLst>
            </p:cNvPr>
            <p:cNvSpPr txBox="1"/>
            <p:nvPr/>
          </p:nvSpPr>
          <p:spPr>
            <a:xfrm>
              <a:off x="9540997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智能分析、策略执行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77D3974-598A-26D0-CF4E-8AD9E989E013}"/>
                </a:ext>
              </a:extLst>
            </p:cNvPr>
            <p:cNvSpPr txBox="1"/>
            <p:nvPr/>
          </p:nvSpPr>
          <p:spPr>
            <a:xfrm>
              <a:off x="10073214" y="1035575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AI/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脚本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A2C94DA2-F4A0-19A7-4C56-2F5300A3F1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73214" y="1077805"/>
              <a:ext cx="254095" cy="254095"/>
            </a:xfrm>
            <a:prstGeom prst="rect">
              <a:avLst/>
            </a:prstGeom>
          </p:spPr>
        </p:pic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4D63BFF-B92B-9F8B-20AB-33E44E17ED88}"/>
              </a:ext>
            </a:extLst>
          </p:cNvPr>
          <p:cNvGrpSpPr/>
          <p:nvPr/>
        </p:nvGrpSpPr>
        <p:grpSpPr>
          <a:xfrm>
            <a:off x="6892393" y="825370"/>
            <a:ext cx="2496489" cy="835883"/>
            <a:chOff x="6842124" y="905850"/>
            <a:chExt cx="2496489" cy="835883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018FF9E0-4C1D-6583-1329-72B189F35895}"/>
                </a:ext>
              </a:extLst>
            </p:cNvPr>
            <p:cNvSpPr/>
            <p:nvPr/>
          </p:nvSpPr>
          <p:spPr>
            <a:xfrm>
              <a:off x="6842124" y="905850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D38C80A-33B3-0781-C522-A8BF49633638}"/>
                </a:ext>
              </a:extLst>
            </p:cNvPr>
            <p:cNvSpPr txBox="1"/>
            <p:nvPr/>
          </p:nvSpPr>
          <p:spPr>
            <a:xfrm>
              <a:off x="6949549" y="1385422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结构化查询、自动化调用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F42D81F-EBFD-1A1D-BCB2-B0318F343815}"/>
                </a:ext>
              </a:extLst>
            </p:cNvPr>
            <p:cNvSpPr txBox="1"/>
            <p:nvPr/>
          </p:nvSpPr>
          <p:spPr>
            <a:xfrm>
              <a:off x="7481766" y="1035575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命令行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D6342901-25AE-6ED2-5E2F-B9D3B849E4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21247" y="1054091"/>
              <a:ext cx="301523" cy="301523"/>
            </a:xfrm>
            <a:prstGeom prst="rect">
              <a:avLst/>
            </a:prstGeom>
          </p:spPr>
        </p:pic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6F2625CF-F98C-33BA-9454-A3E57E9084A7}"/>
              </a:ext>
            </a:extLst>
          </p:cNvPr>
          <p:cNvGrpSpPr/>
          <p:nvPr/>
        </p:nvGrpSpPr>
        <p:grpSpPr>
          <a:xfrm>
            <a:off x="4218097" y="1865755"/>
            <a:ext cx="5219774" cy="388476"/>
            <a:chOff x="4218097" y="1865755"/>
            <a:chExt cx="5219774" cy="388476"/>
          </a:xfrm>
        </p:grpSpPr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73F463F9-39B9-78F1-27E0-573C1A711D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18097" y="1865755"/>
              <a:ext cx="388476" cy="388476"/>
            </a:xfrm>
            <a:prstGeom prst="rect">
              <a:avLst/>
            </a:prstGeom>
          </p:spPr>
        </p:pic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C2393E4-3CE3-E851-D671-97155F4B7BE8}"/>
                </a:ext>
              </a:extLst>
            </p:cNvPr>
            <p:cNvSpPr txBox="1"/>
            <p:nvPr/>
          </p:nvSpPr>
          <p:spPr>
            <a:xfrm>
              <a:off x="4525316" y="1875327"/>
              <a:ext cx="4912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统一安全治理：</a:t>
              </a: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身份认证、权限控制、操作审计</a:t>
              </a:r>
              <a:r>
                <a:rPr kumimoji="0" lang="en-US" altLang="zh-CN" sz="1400" b="1" i="0" u="none" strike="noStrike" kern="120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……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53E3E2C-B490-E9C6-A740-CB9A54D92C47}"/>
              </a:ext>
            </a:extLst>
          </p:cNvPr>
          <p:cNvSpPr/>
          <p:nvPr/>
        </p:nvSpPr>
        <p:spPr>
          <a:xfrm>
            <a:off x="171448" y="1798678"/>
            <a:ext cx="1328790" cy="522631"/>
          </a:xfrm>
          <a:prstGeom prst="roundRect">
            <a:avLst>
              <a:gd name="adj" fmla="val 24874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后端层 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5A6C67E-C163-948D-2B01-82C0B9181215}"/>
              </a:ext>
            </a:extLst>
          </p:cNvPr>
          <p:cNvGrpSpPr/>
          <p:nvPr/>
        </p:nvGrpSpPr>
        <p:grpSpPr>
          <a:xfrm>
            <a:off x="1635419" y="2472060"/>
            <a:ext cx="2496489" cy="835883"/>
            <a:chOff x="1635419" y="2459961"/>
            <a:chExt cx="2496489" cy="835883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F00CFFE-049D-F08D-8E9F-18C75B42E594}"/>
                </a:ext>
              </a:extLst>
            </p:cNvPr>
            <p:cNvSpPr/>
            <p:nvPr/>
          </p:nvSpPr>
          <p:spPr>
            <a:xfrm>
              <a:off x="1635419" y="2459961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529490C1-6086-09E3-C0CE-4BBAC105F30A}"/>
                </a:ext>
              </a:extLst>
            </p:cNvPr>
            <p:cNvSpPr txBox="1"/>
            <p:nvPr/>
          </p:nvSpPr>
          <p:spPr>
            <a:xfrm>
              <a:off x="1756963" y="2939533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系统配置、用户权限、设备信息</a:t>
              </a:r>
              <a:endPara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8FC0A1BE-95F9-53F6-DD91-EAE7460CC6DB}"/>
                </a:ext>
              </a:extLst>
            </p:cNvPr>
            <p:cNvGrpSpPr/>
            <p:nvPr/>
          </p:nvGrpSpPr>
          <p:grpSpPr>
            <a:xfrm>
              <a:off x="2173127" y="2596969"/>
              <a:ext cx="1421073" cy="338554"/>
              <a:chOff x="2192974" y="2596969"/>
              <a:chExt cx="1421073" cy="338554"/>
            </a:xfrm>
          </p:grpSpPr>
          <p:pic>
            <p:nvPicPr>
              <p:cNvPr id="47" name="图形 46">
                <a:extLst>
                  <a:ext uri="{FF2B5EF4-FFF2-40B4-BE49-F238E27FC236}">
                    <a16:creationId xmlns:a16="http://schemas.microsoft.com/office/drawing/2014/main" id="{B513051D-EE97-C21F-04F1-38C5C7AAAF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192974" y="2614080"/>
                <a:ext cx="304332" cy="304332"/>
              </a:xfrm>
              <a:prstGeom prst="rect">
                <a:avLst/>
              </a:prstGeom>
            </p:spPr>
          </p:pic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99E49806-CCA6-8C35-8899-51C42E6206C9}"/>
                  </a:ext>
                </a:extLst>
              </p:cNvPr>
              <p:cNvSpPr txBox="1"/>
              <p:nvPr/>
            </p:nvSpPr>
            <p:spPr>
              <a:xfrm>
                <a:off x="2448492" y="2596969"/>
                <a:ext cx="116555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 err="1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Mysql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A2F8271-9CD0-749B-B4B5-8C1E3C3B28C9}"/>
              </a:ext>
            </a:extLst>
          </p:cNvPr>
          <p:cNvGrpSpPr/>
          <p:nvPr/>
        </p:nvGrpSpPr>
        <p:grpSpPr>
          <a:xfrm>
            <a:off x="4263906" y="2472060"/>
            <a:ext cx="2496489" cy="835883"/>
            <a:chOff x="4263906" y="2457506"/>
            <a:chExt cx="2496489" cy="835883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0E82FD22-8E45-752D-CE25-D71B9FD07991}"/>
                </a:ext>
              </a:extLst>
            </p:cNvPr>
            <p:cNvSpPr/>
            <p:nvPr/>
          </p:nvSpPr>
          <p:spPr>
            <a:xfrm>
              <a:off x="4263906" y="2457506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DA0582B8-BE8A-CE1D-F4DE-00DCA1975DDC}"/>
                </a:ext>
              </a:extLst>
            </p:cNvPr>
            <p:cNvSpPr txBox="1"/>
            <p:nvPr/>
          </p:nvSpPr>
          <p:spPr>
            <a:xfrm>
              <a:off x="4385450" y="2937078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设备时序数据、长期存储</a:t>
              </a:r>
              <a:endPara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DA713A39-1EA0-8EC9-2D91-BDB20C6C97FA}"/>
                </a:ext>
              </a:extLst>
            </p:cNvPr>
            <p:cNvGrpSpPr/>
            <p:nvPr/>
          </p:nvGrpSpPr>
          <p:grpSpPr>
            <a:xfrm>
              <a:off x="4639141" y="2596969"/>
              <a:ext cx="1746018" cy="338554"/>
              <a:chOff x="4700203" y="2596969"/>
              <a:chExt cx="1746018" cy="338554"/>
            </a:xfrm>
          </p:grpSpPr>
          <p:pic>
            <p:nvPicPr>
              <p:cNvPr id="51" name="图形 50">
                <a:extLst>
                  <a:ext uri="{FF2B5EF4-FFF2-40B4-BE49-F238E27FC236}">
                    <a16:creationId xmlns:a16="http://schemas.microsoft.com/office/drawing/2014/main" id="{21D1FCFF-019C-A368-18A6-A7511458D7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700203" y="2620606"/>
                <a:ext cx="302931" cy="291280"/>
              </a:xfrm>
              <a:prstGeom prst="rect">
                <a:avLst/>
              </a:prstGeom>
            </p:spPr>
          </p:pic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FD6A502-0509-2CFE-A2DF-E8798FCA4D02}"/>
                  </a:ext>
                </a:extLst>
              </p:cNvPr>
              <p:cNvSpPr txBox="1"/>
              <p:nvPr/>
            </p:nvSpPr>
            <p:spPr>
              <a:xfrm>
                <a:off x="4961205" y="2596969"/>
                <a:ext cx="148501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 err="1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Tdengine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ECE5AC49-80F2-E48E-DB90-C0395BDEBBCC}"/>
              </a:ext>
            </a:extLst>
          </p:cNvPr>
          <p:cNvGrpSpPr/>
          <p:nvPr/>
        </p:nvGrpSpPr>
        <p:grpSpPr>
          <a:xfrm>
            <a:off x="9520880" y="2472060"/>
            <a:ext cx="2496489" cy="835883"/>
            <a:chOff x="9520880" y="2457506"/>
            <a:chExt cx="2496489" cy="835883"/>
          </a:xfrm>
        </p:grpSpPr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40A3E1E3-B564-7196-7951-DA661DB3E7F4}"/>
                </a:ext>
              </a:extLst>
            </p:cNvPr>
            <p:cNvSpPr/>
            <p:nvPr/>
          </p:nvSpPr>
          <p:spPr>
            <a:xfrm>
              <a:off x="9520880" y="2457506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FE4E796C-1C01-1698-124B-5C911F2C63B0}"/>
                </a:ext>
              </a:extLst>
            </p:cNvPr>
            <p:cNvSpPr txBox="1"/>
            <p:nvPr/>
          </p:nvSpPr>
          <p:spPr>
            <a:xfrm>
              <a:off x="9642424" y="2937078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设备实时数据、短期缓存</a:t>
              </a: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5A9140D7-8EFF-8F31-6965-BCE4958123D2}"/>
                </a:ext>
              </a:extLst>
            </p:cNvPr>
            <p:cNvGrpSpPr/>
            <p:nvPr/>
          </p:nvGrpSpPr>
          <p:grpSpPr>
            <a:xfrm>
              <a:off x="10110883" y="2596969"/>
              <a:ext cx="1316483" cy="338554"/>
              <a:chOff x="10157604" y="2596969"/>
              <a:chExt cx="1316483" cy="338554"/>
            </a:xfrm>
          </p:grpSpPr>
          <p:pic>
            <p:nvPicPr>
              <p:cNvPr id="49" name="图形 48">
                <a:extLst>
                  <a:ext uri="{FF2B5EF4-FFF2-40B4-BE49-F238E27FC236}">
                    <a16:creationId xmlns:a16="http://schemas.microsoft.com/office/drawing/2014/main" id="{869C2631-CF32-EE78-50F7-E93E99621A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157604" y="2620606"/>
                <a:ext cx="291280" cy="291280"/>
              </a:xfrm>
              <a:prstGeom prst="rect">
                <a:avLst/>
              </a:prstGeom>
            </p:spPr>
          </p:pic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905921E1-B165-2F72-E3C3-C9E9F6F9AB9D}"/>
                  </a:ext>
                </a:extLst>
              </p:cNvPr>
              <p:cNvSpPr txBox="1"/>
              <p:nvPr/>
            </p:nvSpPr>
            <p:spPr>
              <a:xfrm>
                <a:off x="10448884" y="2596969"/>
                <a:ext cx="102520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Redis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C751AF9-637E-7069-6738-03FDEF34003F}"/>
              </a:ext>
            </a:extLst>
          </p:cNvPr>
          <p:cNvGrpSpPr/>
          <p:nvPr/>
        </p:nvGrpSpPr>
        <p:grpSpPr>
          <a:xfrm>
            <a:off x="6892393" y="2472060"/>
            <a:ext cx="2496489" cy="835883"/>
            <a:chOff x="6892393" y="2457506"/>
            <a:chExt cx="2496489" cy="835883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61CC7906-6248-7FCF-0E06-0A2D41FF3FDF}"/>
                </a:ext>
              </a:extLst>
            </p:cNvPr>
            <p:cNvSpPr/>
            <p:nvPr/>
          </p:nvSpPr>
          <p:spPr>
            <a:xfrm>
              <a:off x="6892393" y="2457506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C8BC1C20-4652-98AF-6E99-73913082FB24}"/>
                </a:ext>
              </a:extLst>
            </p:cNvPr>
            <p:cNvSpPr txBox="1"/>
            <p:nvPr/>
          </p:nvSpPr>
          <p:spPr>
            <a:xfrm>
              <a:off x="7013937" y="2937078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消费数据流、数据批量入库</a:t>
              </a:r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3CB2A835-4266-DAD0-CC80-5E2A4A6093CC}"/>
                </a:ext>
              </a:extLst>
            </p:cNvPr>
            <p:cNvGrpSpPr/>
            <p:nvPr/>
          </p:nvGrpSpPr>
          <p:grpSpPr>
            <a:xfrm>
              <a:off x="7310961" y="2596969"/>
              <a:ext cx="1659352" cy="338554"/>
              <a:chOff x="7268544" y="2596969"/>
              <a:chExt cx="1659352" cy="338554"/>
            </a:xfrm>
          </p:grpSpPr>
          <p:pic>
            <p:nvPicPr>
              <p:cNvPr id="7" name="图形 6">
                <a:extLst>
                  <a:ext uri="{FF2B5EF4-FFF2-40B4-BE49-F238E27FC236}">
                    <a16:creationId xmlns:a16="http://schemas.microsoft.com/office/drawing/2014/main" id="{9D2A9940-D248-78B5-9826-F09CAF57A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268544" y="2619078"/>
                <a:ext cx="294336" cy="294336"/>
              </a:xfrm>
              <a:prstGeom prst="rect">
                <a:avLst/>
              </a:prstGeom>
            </p:spPr>
          </p:pic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BE20C27-A6F9-8911-7D37-31CBCECB2C31}"/>
                  </a:ext>
                </a:extLst>
              </p:cNvPr>
              <p:cNvSpPr txBox="1"/>
              <p:nvPr/>
            </p:nvSpPr>
            <p:spPr>
              <a:xfrm>
                <a:off x="7582631" y="2596969"/>
                <a:ext cx="134526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Writer</a:t>
                </a: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入库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2C122E0C-50E0-54ED-4A41-F29B61E4B53C}"/>
              </a:ext>
            </a:extLst>
          </p:cNvPr>
          <p:cNvSpPr/>
          <p:nvPr/>
        </p:nvSpPr>
        <p:spPr>
          <a:xfrm>
            <a:off x="1632486" y="4118750"/>
            <a:ext cx="2796639" cy="2567800"/>
          </a:xfrm>
          <a:prstGeom prst="roundRect">
            <a:avLst>
              <a:gd name="adj" fmla="val 5317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3D8A7C97-327A-6213-1C4B-1F348F9AD0EF}"/>
              </a:ext>
            </a:extLst>
          </p:cNvPr>
          <p:cNvSpPr/>
          <p:nvPr/>
        </p:nvSpPr>
        <p:spPr>
          <a:xfrm>
            <a:off x="4559363" y="4118750"/>
            <a:ext cx="7458006" cy="2567800"/>
          </a:xfrm>
          <a:prstGeom prst="roundRect">
            <a:avLst>
              <a:gd name="adj" fmla="val 5039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A48FCB6A-80C3-FA1A-EED4-F49FB3501D98}"/>
              </a:ext>
            </a:extLst>
          </p:cNvPr>
          <p:cNvCxnSpPr>
            <a:stCxn id="76" idx="1"/>
            <a:endCxn id="81" idx="3"/>
          </p:cNvCxnSpPr>
          <p:nvPr/>
        </p:nvCxnSpPr>
        <p:spPr>
          <a:xfrm flipH="1">
            <a:off x="9388882" y="2890002"/>
            <a:ext cx="131998" cy="0"/>
          </a:xfrm>
          <a:prstGeom prst="straightConnector1">
            <a:avLst/>
          </a:prstGeom>
          <a:ln w="19050"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F6F00BA-C77F-DC07-922C-4135F38D8A2F}"/>
              </a:ext>
            </a:extLst>
          </p:cNvPr>
          <p:cNvCxnSpPr>
            <a:stCxn id="81" idx="1"/>
            <a:endCxn id="71" idx="3"/>
          </p:cNvCxnSpPr>
          <p:nvPr/>
        </p:nvCxnSpPr>
        <p:spPr>
          <a:xfrm flipH="1">
            <a:off x="6760395" y="2890002"/>
            <a:ext cx="131998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66AAEFCC-7047-E05B-C863-92C04115EC7A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5512151" y="232797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3C008BBB-3240-56BA-3FD4-2B991081AAEF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2880840" y="2327972"/>
            <a:ext cx="2824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E5D837B5-E50A-BF10-A973-95F79E83602A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2883664" y="1661253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315EE716-FBEA-9BD5-2F41-1051EC746E0C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5512151" y="1661253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188EC001-C3E0-D792-9457-C13B4F07EC24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8140638" y="1661253"/>
            <a:ext cx="0" cy="137425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5682AC9-A473-FB06-B345-8246DD989CB7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10769125" y="1661253"/>
            <a:ext cx="0" cy="137425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5BDDDFFD-495D-BF3B-2D17-E6261AC28E27}"/>
              </a:ext>
            </a:extLst>
          </p:cNvPr>
          <p:cNvCxnSpPr>
            <a:stCxn id="76" idx="0"/>
          </p:cNvCxnSpPr>
          <p:nvPr/>
        </p:nvCxnSpPr>
        <p:spPr>
          <a:xfrm flipV="1">
            <a:off x="10769125" y="232797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F77BBE48-6AC2-2709-943B-1A451578B44E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10769125" y="3307943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FB86214-2990-EEE7-1BFC-79D1B0446373}"/>
              </a:ext>
            </a:extLst>
          </p:cNvPr>
          <p:cNvGrpSpPr/>
          <p:nvPr/>
        </p:nvGrpSpPr>
        <p:grpSpPr>
          <a:xfrm>
            <a:off x="2249308" y="4231756"/>
            <a:ext cx="1562993" cy="338554"/>
            <a:chOff x="2593749" y="4221157"/>
            <a:chExt cx="1562993" cy="338554"/>
          </a:xfrm>
        </p:grpSpPr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ECB65EFF-E6F9-F13F-A9B5-6C9652FD8D78}"/>
                </a:ext>
              </a:extLst>
            </p:cNvPr>
            <p:cNvSpPr txBox="1"/>
            <p:nvPr/>
          </p:nvSpPr>
          <p:spPr>
            <a:xfrm>
              <a:off x="2683159" y="4221157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中心式部署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1" name="图形 130">
              <a:extLst>
                <a:ext uri="{FF2B5EF4-FFF2-40B4-BE49-F238E27FC236}">
                  <a16:creationId xmlns:a16="http://schemas.microsoft.com/office/drawing/2014/main" id="{7E76C1EF-D6E2-AD71-8418-837AB871AF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93749" y="4293007"/>
              <a:ext cx="194133" cy="194133"/>
            </a:xfrm>
            <a:prstGeom prst="rect">
              <a:avLst/>
            </a:prstGeom>
          </p:spPr>
        </p:pic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FDC3D21E-744B-63C3-92C2-7E66CE267DB9}"/>
              </a:ext>
            </a:extLst>
          </p:cNvPr>
          <p:cNvGrpSpPr/>
          <p:nvPr/>
        </p:nvGrpSpPr>
        <p:grpSpPr>
          <a:xfrm>
            <a:off x="7325993" y="4207941"/>
            <a:ext cx="1600655" cy="338554"/>
            <a:chOff x="7310961" y="4221157"/>
            <a:chExt cx="1600655" cy="338554"/>
          </a:xfrm>
        </p:grpSpPr>
        <p:pic>
          <p:nvPicPr>
            <p:cNvPr id="133" name="图形 132">
              <a:extLst>
                <a:ext uri="{FF2B5EF4-FFF2-40B4-BE49-F238E27FC236}">
                  <a16:creationId xmlns:a16="http://schemas.microsoft.com/office/drawing/2014/main" id="{40672F44-C862-5CCD-44E7-1304379994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10961" y="4273179"/>
              <a:ext cx="233788" cy="233788"/>
            </a:xfrm>
            <a:prstGeom prst="rect">
              <a:avLst/>
            </a:prstGeom>
          </p:spPr>
        </p:pic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2978983B-E730-E749-7175-0D57342D6049}"/>
                </a:ext>
              </a:extLst>
            </p:cNvPr>
            <p:cNvSpPr txBox="1"/>
            <p:nvPr/>
          </p:nvSpPr>
          <p:spPr>
            <a:xfrm>
              <a:off x="7438033" y="4221157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分布式部署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1FA258C1-C0DC-99E7-6204-10A2BDA4B8E9}"/>
              </a:ext>
            </a:extLst>
          </p:cNvPr>
          <p:cNvGrpSpPr/>
          <p:nvPr/>
        </p:nvGrpSpPr>
        <p:grpSpPr>
          <a:xfrm>
            <a:off x="4314948" y="3528680"/>
            <a:ext cx="5380462" cy="369332"/>
            <a:chOff x="4314948" y="3528680"/>
            <a:chExt cx="5380462" cy="369332"/>
          </a:xfrm>
        </p:grpSpPr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7A135164-C687-5F0B-23A9-AFB377CAEE60}"/>
                </a:ext>
              </a:extLst>
            </p:cNvPr>
            <p:cNvSpPr txBox="1"/>
            <p:nvPr/>
          </p:nvSpPr>
          <p:spPr>
            <a:xfrm>
              <a:off x="4525316" y="3528680"/>
              <a:ext cx="51700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统一数据契约：</a:t>
              </a:r>
              <a:r>
                <a:rPr kumimoji="0" lang="zh-CN" altLang="en-US" sz="1400" b="1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设备点位名、数值、时间、质量</a:t>
              </a:r>
              <a:r>
                <a:rPr kumimoji="0" lang="en-US" altLang="zh-CN" sz="1400" b="1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……</a:t>
              </a:r>
              <a:endPara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38" name="图形 137">
              <a:extLst>
                <a:ext uri="{FF2B5EF4-FFF2-40B4-BE49-F238E27FC236}">
                  <a16:creationId xmlns:a16="http://schemas.microsoft.com/office/drawing/2014/main" id="{5C183112-BFFD-BDE1-4344-09013B3CC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314948" y="3601309"/>
              <a:ext cx="223352" cy="223352"/>
            </a:xfrm>
            <a:prstGeom prst="rect">
              <a:avLst/>
            </a:prstGeom>
          </p:spPr>
        </p:pic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095F7656-77DA-8C93-2D0E-5E8624F58E7A}"/>
              </a:ext>
            </a:extLst>
          </p:cNvPr>
          <p:cNvGrpSpPr/>
          <p:nvPr/>
        </p:nvGrpSpPr>
        <p:grpSpPr>
          <a:xfrm>
            <a:off x="1777387" y="4688384"/>
            <a:ext cx="2496489" cy="835883"/>
            <a:chOff x="1777387" y="4631228"/>
            <a:chExt cx="2496489" cy="835883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6DEDEAAF-1C8C-AA55-67AA-A3D79002A107}"/>
                </a:ext>
              </a:extLst>
            </p:cNvPr>
            <p:cNvSpPr/>
            <p:nvPr/>
          </p:nvSpPr>
          <p:spPr>
            <a:xfrm>
              <a:off x="1777387" y="4631228"/>
              <a:ext cx="2496489" cy="835883"/>
            </a:xfrm>
            <a:prstGeom prst="roundRect">
              <a:avLst>
                <a:gd name="adj" fmla="val 1143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C18B4331-0F42-1288-913D-26ADEA860F38}"/>
                </a:ext>
              </a:extLst>
            </p:cNvPr>
            <p:cNvSpPr txBox="1"/>
            <p:nvPr/>
          </p:nvSpPr>
          <p:spPr>
            <a:xfrm>
              <a:off x="1897724" y="5110800"/>
              <a:ext cx="225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协议适配、数据采集、缓冲缓存</a:t>
              </a: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2265CD33-DC39-A381-B76D-1388D304C60C}"/>
                </a:ext>
              </a:extLst>
            </p:cNvPr>
            <p:cNvSpPr txBox="1"/>
            <p:nvPr/>
          </p:nvSpPr>
          <p:spPr>
            <a:xfrm>
              <a:off x="2388439" y="4793621"/>
              <a:ext cx="16506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Collector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6" name="图形 155">
              <a:extLst>
                <a:ext uri="{FF2B5EF4-FFF2-40B4-BE49-F238E27FC236}">
                  <a16:creationId xmlns:a16="http://schemas.microsoft.com/office/drawing/2014/main" id="{950F277E-1308-7696-213E-7D33425ADB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0757" y="4804790"/>
              <a:ext cx="294336" cy="294336"/>
            </a:xfrm>
            <a:prstGeom prst="rect">
              <a:avLst/>
            </a:prstGeom>
          </p:spPr>
        </p:pic>
      </p:grp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5C6B6DC7-BA85-71C2-6D00-1B0C678C040B}"/>
              </a:ext>
            </a:extLst>
          </p:cNvPr>
          <p:cNvSpPr/>
          <p:nvPr/>
        </p:nvSpPr>
        <p:spPr>
          <a:xfrm>
            <a:off x="4686807" y="4631228"/>
            <a:ext cx="5376617" cy="1927918"/>
          </a:xfrm>
          <a:prstGeom prst="roundRect">
            <a:avLst>
              <a:gd name="adj" fmla="val 6619"/>
            </a:avLst>
          </a:prstGeom>
          <a:noFill/>
          <a:ln w="12700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78655FE4-1A12-92A1-DAC2-7DF5CF223F71}"/>
              </a:ext>
            </a:extLst>
          </p:cNvPr>
          <p:cNvGrpSpPr/>
          <p:nvPr/>
        </p:nvGrpSpPr>
        <p:grpSpPr>
          <a:xfrm>
            <a:off x="6669692" y="4744710"/>
            <a:ext cx="1403648" cy="338554"/>
            <a:chOff x="5654458" y="4760167"/>
            <a:chExt cx="1403648" cy="338554"/>
          </a:xfrm>
        </p:grpSpPr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3E4EDE5C-47AA-F443-681E-AB8A1E6E11C3}"/>
                </a:ext>
              </a:extLst>
            </p:cNvPr>
            <p:cNvSpPr txBox="1"/>
            <p:nvPr/>
          </p:nvSpPr>
          <p:spPr>
            <a:xfrm>
              <a:off x="5856739" y="4760167"/>
              <a:ext cx="120136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边缘节点</a:t>
              </a: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pic>
          <p:nvPicPr>
            <p:cNvPr id="170" name="图形 169">
              <a:extLst>
                <a:ext uri="{FF2B5EF4-FFF2-40B4-BE49-F238E27FC236}">
                  <a16:creationId xmlns:a16="http://schemas.microsoft.com/office/drawing/2014/main" id="{4F017ED4-5E50-4BE3-598D-8298ED14EC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654458" y="4802948"/>
              <a:ext cx="246221" cy="246221"/>
            </a:xfrm>
            <a:prstGeom prst="rect">
              <a:avLst/>
            </a:prstGeom>
          </p:spPr>
        </p:pic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184BEE77-4626-B024-62BB-9CE7CAD9140B}"/>
              </a:ext>
            </a:extLst>
          </p:cNvPr>
          <p:cNvGrpSpPr/>
          <p:nvPr/>
        </p:nvGrpSpPr>
        <p:grpSpPr>
          <a:xfrm>
            <a:off x="10190868" y="4631228"/>
            <a:ext cx="1704956" cy="565519"/>
            <a:chOff x="10190868" y="4631228"/>
            <a:chExt cx="1704956" cy="565519"/>
          </a:xfrm>
        </p:grpSpPr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5AEF6812-9CF9-6DB4-474F-696068DEA002}"/>
                </a:ext>
              </a:extLst>
            </p:cNvPr>
            <p:cNvGrpSpPr/>
            <p:nvPr/>
          </p:nvGrpSpPr>
          <p:grpSpPr>
            <a:xfrm>
              <a:off x="10337636" y="4760167"/>
              <a:ext cx="1411420" cy="338554"/>
              <a:chOff x="9454881" y="4760167"/>
              <a:chExt cx="1411420" cy="338554"/>
            </a:xfrm>
          </p:grpSpPr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5AF5A39A-9253-ACAA-0E7F-A77BACED9050}"/>
                  </a:ext>
                </a:extLst>
              </p:cNvPr>
              <p:cNvSpPr txBox="1"/>
              <p:nvPr/>
            </p:nvSpPr>
            <p:spPr>
              <a:xfrm>
                <a:off x="9642424" y="4760167"/>
                <a:ext cx="12238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边缘节点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pic>
            <p:nvPicPr>
              <p:cNvPr id="171" name="图形 170">
                <a:extLst>
                  <a:ext uri="{FF2B5EF4-FFF2-40B4-BE49-F238E27FC236}">
                    <a16:creationId xmlns:a16="http://schemas.microsoft.com/office/drawing/2014/main" id="{8AF5146F-974A-E4D9-D026-0EDD811A0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454881" y="4802948"/>
                <a:ext cx="246221" cy="246221"/>
              </a:xfrm>
              <a:prstGeom prst="rect">
                <a:avLst/>
              </a:prstGeom>
            </p:spPr>
          </p:pic>
        </p:grp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5C1A66D4-E0C0-63B7-A595-8971B11BE101}"/>
                </a:ext>
              </a:extLst>
            </p:cNvPr>
            <p:cNvSpPr/>
            <p:nvPr/>
          </p:nvSpPr>
          <p:spPr>
            <a:xfrm>
              <a:off x="10190868" y="4631228"/>
              <a:ext cx="1704956" cy="565519"/>
            </a:xfrm>
            <a:prstGeom prst="roundRect">
              <a:avLst>
                <a:gd name="adj" fmla="val 20882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DB131D-643A-73C3-1A23-099C71C5ABE8}"/>
              </a:ext>
            </a:extLst>
          </p:cNvPr>
          <p:cNvGrpSpPr/>
          <p:nvPr/>
        </p:nvGrpSpPr>
        <p:grpSpPr>
          <a:xfrm>
            <a:off x="1776179" y="5686660"/>
            <a:ext cx="2496489" cy="835883"/>
            <a:chOff x="1767417" y="5681423"/>
            <a:chExt cx="2496489" cy="835883"/>
          </a:xfrm>
        </p:grpSpPr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998F86DC-BF26-73D0-594F-AF1745C8BE8C}"/>
                </a:ext>
              </a:extLst>
            </p:cNvPr>
            <p:cNvGrpSpPr/>
            <p:nvPr/>
          </p:nvGrpSpPr>
          <p:grpSpPr>
            <a:xfrm>
              <a:off x="1767417" y="5681423"/>
              <a:ext cx="2496489" cy="835883"/>
              <a:chOff x="1767417" y="5719527"/>
              <a:chExt cx="2496489" cy="835883"/>
            </a:xfrm>
          </p:grpSpPr>
          <p:sp>
            <p:nvSpPr>
              <p:cNvPr id="157" name="矩形: 圆角 156">
                <a:extLst>
                  <a:ext uri="{FF2B5EF4-FFF2-40B4-BE49-F238E27FC236}">
                    <a16:creationId xmlns:a16="http://schemas.microsoft.com/office/drawing/2014/main" id="{4004903B-141C-8E1D-7B94-BD799093989D}"/>
                  </a:ext>
                </a:extLst>
              </p:cNvPr>
              <p:cNvSpPr/>
              <p:nvPr/>
            </p:nvSpPr>
            <p:spPr>
              <a:xfrm>
                <a:off x="1767417" y="5719527"/>
                <a:ext cx="2496489" cy="835883"/>
              </a:xfrm>
              <a:prstGeom prst="roundRect">
                <a:avLst>
                  <a:gd name="adj" fmla="val 11433"/>
                </a:avLst>
              </a:prstGeom>
              <a:noFill/>
              <a:ln w="12700">
                <a:solidFill>
                  <a:srgbClr val="718B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zh-CN" altLang="en-US" sz="10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245D364-ADDC-2223-0885-5F4E754523EC}"/>
                  </a:ext>
                </a:extLst>
              </p:cNvPr>
              <p:cNvSpPr txBox="1"/>
              <p:nvPr/>
            </p:nvSpPr>
            <p:spPr>
              <a:xfrm>
                <a:off x="1897724" y="6183154"/>
                <a:ext cx="225340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1E46D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桥吊、轨道吊、</a:t>
                </a:r>
                <a:r>
                  <a:rPr kumimoji="0" lang="en-US" altLang="zh-CN" sz="1000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1E46D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AGV</a:t>
                </a:r>
                <a:r>
                  <a:rPr kumimoji="0" lang="zh-CN" altLang="en-US" sz="1000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1E46D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等</a:t>
                </a: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C7DD7D9B-393A-B063-E290-B0CD9B4A2B45}"/>
                  </a:ext>
                </a:extLst>
              </p:cNvPr>
              <p:cNvSpPr txBox="1"/>
              <p:nvPr/>
            </p:nvSpPr>
            <p:spPr>
              <a:xfrm>
                <a:off x="2682775" y="5854126"/>
                <a:ext cx="105008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工业设备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" name="图形 2">
              <a:extLst>
                <a:ext uri="{FF2B5EF4-FFF2-40B4-BE49-F238E27FC236}">
                  <a16:creationId xmlns:a16="http://schemas.microsoft.com/office/drawing/2014/main" id="{5655E3D6-515C-29CD-877B-ADD52AC7E5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97147" y="5864166"/>
              <a:ext cx="328163" cy="232740"/>
            </a:xfrm>
            <a:prstGeom prst="rect">
              <a:avLst/>
            </a:prstGeom>
          </p:spPr>
        </p:pic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CDFE2EC-5662-B630-57E1-8F7942B9E152}"/>
              </a:ext>
            </a:extLst>
          </p:cNvPr>
          <p:cNvGrpSpPr/>
          <p:nvPr/>
        </p:nvGrpSpPr>
        <p:grpSpPr>
          <a:xfrm>
            <a:off x="10187918" y="5979679"/>
            <a:ext cx="1704956" cy="565519"/>
            <a:chOff x="10187918" y="5979679"/>
            <a:chExt cx="1704956" cy="565519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DF1816BB-AB45-EC88-5B52-2D872D3B0879}"/>
                </a:ext>
              </a:extLst>
            </p:cNvPr>
            <p:cNvGrpSpPr/>
            <p:nvPr/>
          </p:nvGrpSpPr>
          <p:grpSpPr>
            <a:xfrm>
              <a:off x="10334686" y="6095470"/>
              <a:ext cx="1411420" cy="338554"/>
              <a:chOff x="9454881" y="4733071"/>
              <a:chExt cx="1411420" cy="338554"/>
            </a:xfrm>
          </p:grpSpPr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F34E3DF5-5D86-56DE-8FF1-28A65DDE9432}"/>
                  </a:ext>
                </a:extLst>
              </p:cNvPr>
              <p:cNvSpPr txBox="1"/>
              <p:nvPr/>
            </p:nvSpPr>
            <p:spPr>
              <a:xfrm>
                <a:off x="9642424" y="4733071"/>
                <a:ext cx="12238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边缘节点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</a:p>
            </p:txBody>
          </p:sp>
          <p:pic>
            <p:nvPicPr>
              <p:cNvPr id="80" name="图形 79">
                <a:extLst>
                  <a:ext uri="{FF2B5EF4-FFF2-40B4-BE49-F238E27FC236}">
                    <a16:creationId xmlns:a16="http://schemas.microsoft.com/office/drawing/2014/main" id="{E3CA42D4-4071-232F-6255-59BFF775E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454881" y="4782626"/>
                <a:ext cx="246221" cy="246221"/>
              </a:xfrm>
              <a:prstGeom prst="rect">
                <a:avLst/>
              </a:prstGeom>
            </p:spPr>
          </p:pic>
        </p:grpSp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BF51A4F6-B6CC-5AF5-A0D6-75D61663D54B}"/>
                </a:ext>
              </a:extLst>
            </p:cNvPr>
            <p:cNvSpPr/>
            <p:nvPr/>
          </p:nvSpPr>
          <p:spPr>
            <a:xfrm>
              <a:off x="10187918" y="5979679"/>
              <a:ext cx="1704956" cy="565519"/>
            </a:xfrm>
            <a:prstGeom prst="roundRect">
              <a:avLst>
                <a:gd name="adj" fmla="val 20882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4DC2B81A-C771-5311-06DF-07049C268416}"/>
              </a:ext>
            </a:extLst>
          </p:cNvPr>
          <p:cNvGrpSpPr/>
          <p:nvPr/>
        </p:nvGrpSpPr>
        <p:grpSpPr>
          <a:xfrm>
            <a:off x="10187918" y="5312960"/>
            <a:ext cx="1704956" cy="565519"/>
            <a:chOff x="10187918" y="5312960"/>
            <a:chExt cx="1704956" cy="56551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A6161F9C-D675-D921-25B0-90717CAE212C}"/>
                </a:ext>
              </a:extLst>
            </p:cNvPr>
            <p:cNvGrpSpPr/>
            <p:nvPr/>
          </p:nvGrpSpPr>
          <p:grpSpPr>
            <a:xfrm>
              <a:off x="10334686" y="5441579"/>
              <a:ext cx="1411420" cy="338554"/>
              <a:chOff x="9454881" y="4760167"/>
              <a:chExt cx="1411420" cy="338554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868B1CE-3808-DC82-2144-CFC95A42EDC2}"/>
                  </a:ext>
                </a:extLst>
              </p:cNvPr>
              <p:cNvSpPr txBox="1"/>
              <p:nvPr/>
            </p:nvSpPr>
            <p:spPr>
              <a:xfrm>
                <a:off x="9642424" y="4760167"/>
                <a:ext cx="12238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边缘节点</a:t>
                </a:r>
                <a:r>
                  <a:rPr lang="en-US" altLang="zh-CN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pic>
            <p:nvPicPr>
              <p:cNvPr id="62" name="图形 61">
                <a:extLst>
                  <a:ext uri="{FF2B5EF4-FFF2-40B4-BE49-F238E27FC236}">
                    <a16:creationId xmlns:a16="http://schemas.microsoft.com/office/drawing/2014/main" id="{3F165301-B901-EFCE-275A-2D065A5B2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454881" y="4802948"/>
                <a:ext cx="246221" cy="246221"/>
              </a:xfrm>
              <a:prstGeom prst="rect">
                <a:avLst/>
              </a:prstGeom>
            </p:spPr>
          </p:pic>
        </p:grp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067729C1-5708-56F5-1678-FC60955C1653}"/>
                </a:ext>
              </a:extLst>
            </p:cNvPr>
            <p:cNvSpPr/>
            <p:nvPr/>
          </p:nvSpPr>
          <p:spPr>
            <a:xfrm>
              <a:off x="10187918" y="5312960"/>
              <a:ext cx="1704956" cy="565519"/>
            </a:xfrm>
            <a:prstGeom prst="roundRect">
              <a:avLst>
                <a:gd name="adj" fmla="val 20882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EE44505D-BE0B-823F-F184-7C5B7AE70481}"/>
              </a:ext>
            </a:extLst>
          </p:cNvPr>
          <p:cNvGrpSpPr/>
          <p:nvPr/>
        </p:nvGrpSpPr>
        <p:grpSpPr>
          <a:xfrm>
            <a:off x="4811732" y="5196746"/>
            <a:ext cx="1191822" cy="1247450"/>
            <a:chOff x="4811732" y="5196747"/>
            <a:chExt cx="1191822" cy="1247450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4304D2D1-9E28-A923-F4C2-16005DAFCE30}"/>
                </a:ext>
              </a:extLst>
            </p:cNvPr>
            <p:cNvSpPr/>
            <p:nvPr/>
          </p:nvSpPr>
          <p:spPr>
            <a:xfrm>
              <a:off x="4811732" y="5196747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019718BA-87FF-7AC4-6D6D-1CD83FB69BB0}"/>
                </a:ext>
              </a:extLst>
            </p:cNvPr>
            <p:cNvGrpSpPr/>
            <p:nvPr/>
          </p:nvGrpSpPr>
          <p:grpSpPr>
            <a:xfrm>
              <a:off x="4953456" y="5328766"/>
              <a:ext cx="934796" cy="584775"/>
              <a:chOff x="4972912" y="5289854"/>
              <a:chExt cx="934796" cy="584775"/>
            </a:xfrm>
          </p:grpSpPr>
          <p:pic>
            <p:nvPicPr>
              <p:cNvPr id="135" name="图形 134">
                <a:extLst>
                  <a:ext uri="{FF2B5EF4-FFF2-40B4-BE49-F238E27FC236}">
                    <a16:creationId xmlns:a16="http://schemas.microsoft.com/office/drawing/2014/main" id="{0C054906-7F52-35EC-DE54-E0211726C3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972912" y="5435074"/>
                <a:ext cx="294336" cy="294336"/>
              </a:xfrm>
              <a:prstGeom prst="rect">
                <a:avLst/>
              </a:prstGeom>
            </p:spPr>
          </p:pic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C8EE8C27-5EE7-4F7A-0E37-E2F3215B87A0}"/>
                  </a:ext>
                </a:extLst>
              </p:cNvPr>
              <p:cNvSpPr txBox="1"/>
              <p:nvPr/>
            </p:nvSpPr>
            <p:spPr>
              <a:xfrm>
                <a:off x="5264150" y="5289854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上行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0A11F3D9-E4C3-2D68-BC94-53E3B6702211}"/>
                </a:ext>
              </a:extLst>
            </p:cNvPr>
            <p:cNvSpPr txBox="1"/>
            <p:nvPr/>
          </p:nvSpPr>
          <p:spPr>
            <a:xfrm>
              <a:off x="4864834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保证数据稳定传输至中心</a:t>
              </a:r>
              <a:endPara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BDCD7513-0F2B-C770-278B-9444CB0C0CE6}"/>
              </a:ext>
            </a:extLst>
          </p:cNvPr>
          <p:cNvGrpSpPr/>
          <p:nvPr/>
        </p:nvGrpSpPr>
        <p:grpSpPr>
          <a:xfrm>
            <a:off x="7437928" y="5196746"/>
            <a:ext cx="1191822" cy="1247450"/>
            <a:chOff x="7437928" y="5196746"/>
            <a:chExt cx="1191822" cy="1247450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5DE3B555-9444-AED9-FA44-46FE06B7FCE6}"/>
                </a:ext>
              </a:extLst>
            </p:cNvPr>
            <p:cNvSpPr/>
            <p:nvPr/>
          </p:nvSpPr>
          <p:spPr>
            <a:xfrm>
              <a:off x="7437928" y="5196746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D56AA461-BBD4-8A07-075A-61571C5D59E0}"/>
                </a:ext>
              </a:extLst>
            </p:cNvPr>
            <p:cNvGrpSpPr/>
            <p:nvPr/>
          </p:nvGrpSpPr>
          <p:grpSpPr>
            <a:xfrm>
              <a:off x="7579302" y="5328766"/>
              <a:ext cx="934796" cy="584775"/>
              <a:chOff x="4972912" y="5289854"/>
              <a:chExt cx="934796" cy="584775"/>
            </a:xfrm>
          </p:grpSpPr>
          <p:pic>
            <p:nvPicPr>
              <p:cNvPr id="159" name="图形 158">
                <a:extLst>
                  <a:ext uri="{FF2B5EF4-FFF2-40B4-BE49-F238E27FC236}">
                    <a16:creationId xmlns:a16="http://schemas.microsoft.com/office/drawing/2014/main" id="{988B4F15-CBB6-7FB8-89A1-397D4368A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972912" y="5435074"/>
                <a:ext cx="294336" cy="294336"/>
              </a:xfrm>
              <a:prstGeom prst="rect">
                <a:avLst/>
              </a:prstGeom>
            </p:spPr>
          </p:pic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F68A7820-E66B-601F-01F1-B1B7F19B1A98}"/>
                  </a:ext>
                </a:extLst>
              </p:cNvPr>
              <p:cNvSpPr txBox="1"/>
              <p:nvPr/>
            </p:nvSpPr>
            <p:spPr>
              <a:xfrm>
                <a:off x="5264150" y="5289854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采集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F3309A62-C8BE-854A-F12B-0649DEAF524B}"/>
                </a:ext>
              </a:extLst>
            </p:cNvPr>
            <p:cNvSpPr txBox="1"/>
            <p:nvPr/>
          </p:nvSpPr>
          <p:spPr>
            <a:xfrm>
              <a:off x="7490680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lang="zh-CN" altLang="en-US" sz="1000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协议适配、数据采集等</a:t>
              </a:r>
            </a:p>
          </p:txBody>
        </p: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DA274D5B-D4A2-1B49-FD87-1715892F9A4B}"/>
              </a:ext>
            </a:extLst>
          </p:cNvPr>
          <p:cNvGrpSpPr/>
          <p:nvPr/>
        </p:nvGrpSpPr>
        <p:grpSpPr>
          <a:xfrm>
            <a:off x="6121612" y="5196746"/>
            <a:ext cx="1191822" cy="1247450"/>
            <a:chOff x="6121612" y="5196746"/>
            <a:chExt cx="1191822" cy="1247450"/>
          </a:xfrm>
        </p:grpSpPr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E21E05B8-150D-7087-340B-15DC34575688}"/>
                </a:ext>
              </a:extLst>
            </p:cNvPr>
            <p:cNvSpPr/>
            <p:nvPr/>
          </p:nvSpPr>
          <p:spPr>
            <a:xfrm>
              <a:off x="6121612" y="5196746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64765F14-4E9A-80B5-C8E5-B7E241F6C878}"/>
                </a:ext>
              </a:extLst>
            </p:cNvPr>
            <p:cNvSpPr txBox="1"/>
            <p:nvPr/>
          </p:nvSpPr>
          <p:spPr>
            <a:xfrm>
              <a:off x="6177932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i="0" u="none" strike="noStrike" kern="1200" cap="none" spc="100" normalizeH="0" baseline="0" noProof="0" dirty="0" err="1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SQLlite</a:t>
              </a:r>
              <a:endParaRPr kumimoji="0" lang="en-US" altLang="zh-CN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数据缓存</a:t>
              </a:r>
            </a:p>
          </p:txBody>
        </p: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15674703-5A6E-4FA9-3BFB-8100EE42F508}"/>
                </a:ext>
              </a:extLst>
            </p:cNvPr>
            <p:cNvGrpSpPr/>
            <p:nvPr/>
          </p:nvGrpSpPr>
          <p:grpSpPr>
            <a:xfrm>
              <a:off x="6245827" y="5328766"/>
              <a:ext cx="955523" cy="584775"/>
              <a:chOff x="6245827" y="5328766"/>
              <a:chExt cx="955523" cy="584775"/>
            </a:xfrm>
          </p:grpSpPr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D64C43D9-FBFA-5D25-1520-FE24D772DF9A}"/>
                  </a:ext>
                </a:extLst>
              </p:cNvPr>
              <p:cNvSpPr txBox="1"/>
              <p:nvPr/>
            </p:nvSpPr>
            <p:spPr>
              <a:xfrm>
                <a:off x="6557792" y="5328766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边缘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缓存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83" name="图形 182">
                <a:extLst>
                  <a:ext uri="{FF2B5EF4-FFF2-40B4-BE49-F238E27FC236}">
                    <a16:creationId xmlns:a16="http://schemas.microsoft.com/office/drawing/2014/main" id="{FCDF6F99-95AB-5388-F621-CC461208DB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6245827" y="5438592"/>
                <a:ext cx="369042" cy="369042"/>
              </a:xfrm>
              <a:prstGeom prst="rect">
                <a:avLst/>
              </a:prstGeom>
            </p:spPr>
          </p:pic>
        </p:grp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2C6A277B-B527-AE5D-3477-3CBF8A442B95}"/>
              </a:ext>
            </a:extLst>
          </p:cNvPr>
          <p:cNvGrpSpPr/>
          <p:nvPr/>
        </p:nvGrpSpPr>
        <p:grpSpPr>
          <a:xfrm>
            <a:off x="8745278" y="5196746"/>
            <a:ext cx="1191822" cy="1247450"/>
            <a:chOff x="8745278" y="5196746"/>
            <a:chExt cx="1191822" cy="1247450"/>
          </a:xfrm>
        </p:grpSpPr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8B65D4BA-9A82-662F-2DCF-22DB84E5F3E5}"/>
                </a:ext>
              </a:extLst>
            </p:cNvPr>
            <p:cNvSpPr/>
            <p:nvPr/>
          </p:nvSpPr>
          <p:spPr>
            <a:xfrm>
              <a:off x="8745278" y="5196746"/>
              <a:ext cx="1191822" cy="1247450"/>
            </a:xfrm>
            <a:prstGeom prst="roundRect">
              <a:avLst>
                <a:gd name="adj" fmla="val 10383"/>
              </a:avLst>
            </a:prstGeom>
            <a:noFill/>
            <a:ln w="12700">
              <a:solidFill>
                <a:srgbClr val="718B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zh-CN" altLang="en-US" sz="10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7FBA75ED-607F-00C2-4DBF-07E5DC1C2ED2}"/>
                </a:ext>
              </a:extLst>
            </p:cNvPr>
            <p:cNvSpPr txBox="1"/>
            <p:nvPr/>
          </p:nvSpPr>
          <p:spPr>
            <a:xfrm>
              <a:off x="8803914" y="5935038"/>
              <a:ext cx="108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桥吊、轨道吊、</a:t>
              </a:r>
              <a:r>
                <a:rPr kumimoji="0" lang="en-US" altLang="zh-CN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AGV</a:t>
              </a:r>
              <a:r>
                <a:rPr kumimoji="0" lang="zh-CN" altLang="en-US" sz="1000" i="0" u="none" strike="noStrike" kern="1200" cap="none" spc="100" normalizeH="0" baseline="0" noProof="0" dirty="0">
                  <a:ln>
                    <a:noFill/>
                  </a:ln>
                  <a:solidFill>
                    <a:srgbClr val="1E46D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等</a:t>
              </a:r>
            </a:p>
          </p:txBody>
        </p: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200F9EC7-45BE-C867-754A-EEC57BCB0BAE}"/>
                </a:ext>
              </a:extLst>
            </p:cNvPr>
            <p:cNvGrpSpPr/>
            <p:nvPr/>
          </p:nvGrpSpPr>
          <p:grpSpPr>
            <a:xfrm>
              <a:off x="8892248" y="5328766"/>
              <a:ext cx="935084" cy="584775"/>
              <a:chOff x="8892248" y="5328766"/>
              <a:chExt cx="935084" cy="584775"/>
            </a:xfrm>
          </p:grpSpPr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7C8C03E9-93BF-34F8-5217-17111471DEFF}"/>
                  </a:ext>
                </a:extLst>
              </p:cNvPr>
              <p:cNvSpPr txBox="1"/>
              <p:nvPr/>
            </p:nvSpPr>
            <p:spPr>
              <a:xfrm>
                <a:off x="9183774" y="5328766"/>
                <a:ext cx="64355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工业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600" b="1" spc="100" dirty="0">
                    <a:solidFill>
                      <a:srgbClr val="1E46D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设备</a:t>
                </a:r>
                <a:endPara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86" name="图形 185">
                <a:extLst>
                  <a:ext uri="{FF2B5EF4-FFF2-40B4-BE49-F238E27FC236}">
                    <a16:creationId xmlns:a16="http://schemas.microsoft.com/office/drawing/2014/main" id="{0E40F09C-5334-2F12-B41E-D138462D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8892248" y="5504783"/>
                <a:ext cx="328163" cy="232740"/>
              </a:xfrm>
              <a:prstGeom prst="rect">
                <a:avLst/>
              </a:prstGeom>
            </p:spPr>
          </p:pic>
        </p:grpSp>
      </p:grp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2A37A90C-040F-1391-3FED-62A57B624E29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3030806" y="397466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1C54D2A7-9608-BB9C-EF34-1A062E1A7540}"/>
              </a:ext>
            </a:extLst>
          </p:cNvPr>
          <p:cNvCxnSpPr>
            <a:stCxn id="157" idx="0"/>
            <a:endCxn id="150" idx="2"/>
          </p:cNvCxnSpPr>
          <p:nvPr/>
        </p:nvCxnSpPr>
        <p:spPr>
          <a:xfrm flipV="1">
            <a:off x="3024424" y="5524267"/>
            <a:ext cx="1208" cy="162393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D2C44679-E196-88C9-0789-EE4AEEFA4350}"/>
              </a:ext>
            </a:extLst>
          </p:cNvPr>
          <p:cNvCxnSpPr>
            <a:stCxn id="118" idx="1"/>
            <a:endCxn id="110" idx="3"/>
          </p:cNvCxnSpPr>
          <p:nvPr/>
        </p:nvCxnSpPr>
        <p:spPr>
          <a:xfrm flipH="1">
            <a:off x="6003554" y="5820471"/>
            <a:ext cx="118058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DE0F0B4D-8DA9-4C6A-207B-D9B5A2C7BBCC}"/>
              </a:ext>
            </a:extLst>
          </p:cNvPr>
          <p:cNvCxnSpPr>
            <a:stCxn id="116" idx="1"/>
            <a:endCxn id="118" idx="3"/>
          </p:cNvCxnSpPr>
          <p:nvPr/>
        </p:nvCxnSpPr>
        <p:spPr>
          <a:xfrm flipH="1">
            <a:off x="7313434" y="5820471"/>
            <a:ext cx="124494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CC4E9E17-FA38-6BA8-3F0E-D48DA75AE864}"/>
              </a:ext>
            </a:extLst>
          </p:cNvPr>
          <p:cNvCxnSpPr>
            <a:stCxn id="115" idx="1"/>
            <a:endCxn id="116" idx="3"/>
          </p:cNvCxnSpPr>
          <p:nvPr/>
        </p:nvCxnSpPr>
        <p:spPr>
          <a:xfrm flipH="1">
            <a:off x="8629750" y="5820471"/>
            <a:ext cx="115528" cy="0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40D4F191-9B07-EDA4-37D5-F8B591CF5ACA}"/>
              </a:ext>
            </a:extLst>
          </p:cNvPr>
          <p:cNvCxnSpPr>
            <a:stCxn id="100" idx="0"/>
          </p:cNvCxnSpPr>
          <p:nvPr/>
        </p:nvCxnSpPr>
        <p:spPr>
          <a:xfrm flipV="1">
            <a:off x="8288366" y="3974662"/>
            <a:ext cx="0" cy="144088"/>
          </a:xfrm>
          <a:prstGeom prst="straightConnector1">
            <a:avLst/>
          </a:prstGeom>
          <a:ln>
            <a:solidFill>
              <a:srgbClr val="1E46D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C63F-ADFA-9C0A-2A7A-D217E837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30E4E0-762D-AA28-96D2-01F2C508F187}"/>
              </a:ext>
            </a:extLst>
          </p:cNvPr>
          <p:cNvSpPr/>
          <p:nvPr/>
        </p:nvSpPr>
        <p:spPr>
          <a:xfrm>
            <a:off x="171449" y="813918"/>
            <a:ext cx="11849101" cy="1026169"/>
          </a:xfrm>
          <a:prstGeom prst="roundRect">
            <a:avLst>
              <a:gd name="adj" fmla="val 11433"/>
            </a:avLst>
          </a:prstGeom>
          <a:noFill/>
          <a:ln w="9525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63DE5EB-89A9-0559-72E5-DC5C6B8E9CD4}"/>
              </a:ext>
            </a:extLst>
          </p:cNvPr>
          <p:cNvSpPr/>
          <p:nvPr/>
        </p:nvSpPr>
        <p:spPr>
          <a:xfrm>
            <a:off x="171449" y="2542955"/>
            <a:ext cx="11849101" cy="1600420"/>
          </a:xfrm>
          <a:prstGeom prst="roundRect">
            <a:avLst>
              <a:gd name="adj" fmla="val 11433"/>
            </a:avLst>
          </a:prstGeom>
          <a:noFill/>
          <a:ln w="9525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5A7AF9FD-466D-F83B-9D29-751191AB3833}"/>
              </a:ext>
            </a:extLst>
          </p:cNvPr>
          <p:cNvSpPr/>
          <p:nvPr/>
        </p:nvSpPr>
        <p:spPr>
          <a:xfrm>
            <a:off x="171449" y="4843808"/>
            <a:ext cx="11849101" cy="1866873"/>
          </a:xfrm>
          <a:prstGeom prst="roundRect">
            <a:avLst>
              <a:gd name="adj" fmla="val 11433"/>
            </a:avLst>
          </a:prstGeom>
          <a:noFill/>
          <a:ln w="9525">
            <a:solidFill>
              <a:srgbClr val="718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9B77689-E1F6-D082-3349-390FCA8DBCEE}"/>
              </a:ext>
            </a:extLst>
          </p:cNvPr>
          <p:cNvSpPr/>
          <p:nvPr/>
        </p:nvSpPr>
        <p:spPr>
          <a:xfrm>
            <a:off x="2339260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桥吊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753111F-4363-632C-8760-E96ECC8273B2}"/>
              </a:ext>
            </a:extLst>
          </p:cNvPr>
          <p:cNvSpPr/>
          <p:nvPr/>
        </p:nvSpPr>
        <p:spPr>
          <a:xfrm>
            <a:off x="3254469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轨道吊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CBC0182-3A2D-DA98-8831-BF28E33FD80F}"/>
              </a:ext>
            </a:extLst>
          </p:cNvPr>
          <p:cNvSpPr/>
          <p:nvPr/>
        </p:nvSpPr>
        <p:spPr>
          <a:xfrm>
            <a:off x="4169678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831D0D0-0978-2BBA-AFE4-F07E8983F3A3}"/>
              </a:ext>
            </a:extLst>
          </p:cNvPr>
          <p:cNvSpPr/>
          <p:nvPr/>
        </p:nvSpPr>
        <p:spPr>
          <a:xfrm>
            <a:off x="5084888" y="5884627"/>
            <a:ext cx="559628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EC64A95-599B-A9F3-C400-99989B134BC7}"/>
              </a:ext>
            </a:extLst>
          </p:cNvPr>
          <p:cNvSpPr/>
          <p:nvPr/>
        </p:nvSpPr>
        <p:spPr>
          <a:xfrm>
            <a:off x="6309074" y="5884627"/>
            <a:ext cx="559629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S7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5609D63-B77F-D460-8D3D-68C6BB84ACB4}"/>
              </a:ext>
            </a:extLst>
          </p:cNvPr>
          <p:cNvSpPr/>
          <p:nvPr/>
        </p:nvSpPr>
        <p:spPr>
          <a:xfrm>
            <a:off x="6932145" y="5884627"/>
            <a:ext cx="1107995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 SRTP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8E4794A-4BCD-2034-7356-A457E528461A}"/>
              </a:ext>
            </a:extLst>
          </p:cNvPr>
          <p:cNvSpPr/>
          <p:nvPr/>
        </p:nvSpPr>
        <p:spPr>
          <a:xfrm>
            <a:off x="8103582" y="5884627"/>
            <a:ext cx="851767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OPC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18E66C9-D0F9-29C2-CF97-D85B76BCE524}"/>
              </a:ext>
            </a:extLst>
          </p:cNvPr>
          <p:cNvSpPr/>
          <p:nvPr/>
        </p:nvSpPr>
        <p:spPr>
          <a:xfrm>
            <a:off x="9018791" y="5884627"/>
            <a:ext cx="559628" cy="490792"/>
          </a:xfrm>
          <a:prstGeom prst="roundRect">
            <a:avLst>
              <a:gd name="adj" fmla="val 1143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b="1" spc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箭头: 左右 23">
            <a:extLst>
              <a:ext uri="{FF2B5EF4-FFF2-40B4-BE49-F238E27FC236}">
                <a16:creationId xmlns:a16="http://schemas.microsoft.com/office/drawing/2014/main" id="{D8A08C18-89D7-3665-4F60-6B0155BF5A0D}"/>
              </a:ext>
            </a:extLst>
          </p:cNvPr>
          <p:cNvSpPr/>
          <p:nvPr/>
        </p:nvSpPr>
        <p:spPr>
          <a:xfrm>
            <a:off x="5740923" y="6026399"/>
            <a:ext cx="435834" cy="207247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2">
            <a:extLst>
              <a:ext uri="{FF2B5EF4-FFF2-40B4-BE49-F238E27FC236}">
                <a16:creationId xmlns:a16="http://schemas.microsoft.com/office/drawing/2014/main" id="{2D059CD0-9CB8-D700-8E99-EFF5EE8997B0}"/>
              </a:ext>
            </a:extLst>
          </p:cNvPr>
          <p:cNvSpPr txBox="1">
            <a:spLocks/>
          </p:cNvSpPr>
          <p:nvPr/>
        </p:nvSpPr>
        <p:spPr>
          <a:xfrm>
            <a:off x="697807" y="135992"/>
            <a:ext cx="6102385" cy="374970"/>
          </a:xfrm>
          <a:prstGeom prst="rect">
            <a:avLst/>
          </a:prstGeom>
        </p:spPr>
        <p:txBody>
          <a:bodyPr wrap="square" lIns="0" tIns="3600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kumimoji="1" lang="zh-CN" altLang="en-US" sz="2400" b="1" i="0" kern="12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OPPOSans B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46D1">
                    <a:lumMod val="50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架构图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D42F5FC-E15A-C3B2-B03C-673CDA38928C}"/>
              </a:ext>
            </a:extLst>
          </p:cNvPr>
          <p:cNvSpPr/>
          <p:nvPr/>
        </p:nvSpPr>
        <p:spPr>
          <a:xfrm>
            <a:off x="282504" y="905850"/>
            <a:ext cx="1328790" cy="835883"/>
          </a:xfrm>
          <a:prstGeom prst="roundRect">
            <a:avLst>
              <a:gd name="adj" fmla="val 11433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12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人机协同</a:t>
            </a:r>
            <a:endParaRPr lang="en-US" altLang="zh-CN" sz="12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BD92CE1-E8A7-BE9B-27AD-FED319AC5EAE}"/>
              </a:ext>
            </a:extLst>
          </p:cNvPr>
          <p:cNvSpPr/>
          <p:nvPr/>
        </p:nvSpPr>
        <p:spPr>
          <a:xfrm>
            <a:off x="1690578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C492B16-D247-4038-1431-BD55F03E7640}"/>
              </a:ext>
            </a:extLst>
          </p:cNvPr>
          <p:cNvSpPr/>
          <p:nvPr/>
        </p:nvSpPr>
        <p:spPr>
          <a:xfrm>
            <a:off x="4266351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4BE51F7-535D-1588-1555-EC3EABBB73F1}"/>
              </a:ext>
            </a:extLst>
          </p:cNvPr>
          <p:cNvSpPr/>
          <p:nvPr/>
        </p:nvSpPr>
        <p:spPr>
          <a:xfrm>
            <a:off x="6842124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2DC1B17-C79B-9F24-C6D3-1673717003B1}"/>
              </a:ext>
            </a:extLst>
          </p:cNvPr>
          <p:cNvSpPr/>
          <p:nvPr/>
        </p:nvSpPr>
        <p:spPr>
          <a:xfrm>
            <a:off x="9417897" y="905850"/>
            <a:ext cx="2496489" cy="835883"/>
          </a:xfrm>
          <a:prstGeom prst="roundRect">
            <a:avLst>
              <a:gd name="adj" fmla="val 1143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zh-CN" altLang="en-US" sz="10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76CE72F-2CBC-D6AC-1072-B2700B6F446D}"/>
              </a:ext>
            </a:extLst>
          </p:cNvPr>
          <p:cNvSpPr txBox="1"/>
          <p:nvPr/>
        </p:nvSpPr>
        <p:spPr>
          <a:xfrm>
            <a:off x="1810915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设备概览、实时监控、历史查询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D9F7A35-D49D-121B-1650-C2847104EA93}"/>
              </a:ext>
            </a:extLst>
          </p:cNvPr>
          <p:cNvGrpSpPr/>
          <p:nvPr/>
        </p:nvGrpSpPr>
        <p:grpSpPr>
          <a:xfrm>
            <a:off x="2058514" y="1014757"/>
            <a:ext cx="1759069" cy="358644"/>
            <a:chOff x="2053774" y="984442"/>
            <a:chExt cx="1759069" cy="358644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15F460F-AF4E-6484-6E56-D8BAD9BEC10D}"/>
                </a:ext>
              </a:extLst>
            </p:cNvPr>
            <p:cNvSpPr txBox="1"/>
            <p:nvPr/>
          </p:nvSpPr>
          <p:spPr>
            <a:xfrm>
              <a:off x="2339260" y="996463"/>
              <a:ext cx="14735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网页</a:t>
              </a:r>
              <a:r>
                <a:rPr lang="en-US" altLang="zh-CN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sz="1600" b="1" spc="100" dirty="0">
                  <a:solidFill>
                    <a:srgbClr val="1E46D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</a:t>
              </a:r>
              <a:endPara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图形 40">
              <a:extLst>
                <a:ext uri="{FF2B5EF4-FFF2-40B4-BE49-F238E27FC236}">
                  <a16:creationId xmlns:a16="http://schemas.microsoft.com/office/drawing/2014/main" id="{49126693-D08E-7A10-7515-2FF639BBEC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3774" y="984442"/>
              <a:ext cx="358644" cy="358644"/>
            </a:xfrm>
            <a:prstGeom prst="rect">
              <a:avLst/>
            </a:prstGeom>
          </p:spPr>
        </p:pic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40A3218A-8520-1BD8-C839-4F122DF5322E}"/>
              </a:ext>
            </a:extLst>
          </p:cNvPr>
          <p:cNvSpPr txBox="1"/>
          <p:nvPr/>
        </p:nvSpPr>
        <p:spPr>
          <a:xfrm>
            <a:off x="4387895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报表管理、节点管理、运行监控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875F655-188B-00E5-95E9-7A41AFC710A8}"/>
              </a:ext>
            </a:extLst>
          </p:cNvPr>
          <p:cNvSpPr txBox="1"/>
          <p:nvPr/>
        </p:nvSpPr>
        <p:spPr>
          <a:xfrm>
            <a:off x="4920112" y="1038799"/>
            <a:ext cx="1473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</a:t>
            </a:r>
            <a:r>
              <a: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endParaRPr lang="en-US" altLang="zh-CN" sz="16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5B5D9D6C-449A-6366-3BDD-CF8258E91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626" y="1026778"/>
            <a:ext cx="358644" cy="358644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F2B22336-720A-6CE4-3B64-305258CEC724}"/>
              </a:ext>
            </a:extLst>
          </p:cNvPr>
          <p:cNvSpPr txBox="1"/>
          <p:nvPr/>
        </p:nvSpPr>
        <p:spPr>
          <a:xfrm>
            <a:off x="6949549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结构化查询、自动化调用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5960935-E5A1-FE77-325B-A711988E0DC6}"/>
              </a:ext>
            </a:extLst>
          </p:cNvPr>
          <p:cNvSpPr txBox="1"/>
          <p:nvPr/>
        </p:nvSpPr>
        <p:spPr>
          <a:xfrm>
            <a:off x="7481766" y="1038799"/>
            <a:ext cx="1473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</a:t>
            </a: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命令行</a:t>
            </a:r>
            <a:endParaRPr lang="en-US" altLang="zh-CN" sz="16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4B031B08-B3DD-3ABB-9709-9AA3B7859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725" y="1026778"/>
            <a:ext cx="358644" cy="358644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53E28CC9-63BD-5A27-141A-998FFDC27286}"/>
              </a:ext>
            </a:extLst>
          </p:cNvPr>
          <p:cNvSpPr txBox="1"/>
          <p:nvPr/>
        </p:nvSpPr>
        <p:spPr>
          <a:xfrm>
            <a:off x="9540997" y="1385422"/>
            <a:ext cx="225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i="0" u="none" strike="noStrike" kern="1200" cap="none" spc="100" normalizeH="0" baseline="0" noProof="0" dirty="0">
                <a:ln>
                  <a:noFill/>
                </a:ln>
                <a:solidFill>
                  <a:srgbClr val="1E46D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智能分析、策略执行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8FD840B-7DB0-94C2-25DE-5FECA49396C0}"/>
              </a:ext>
            </a:extLst>
          </p:cNvPr>
          <p:cNvSpPr txBox="1"/>
          <p:nvPr/>
        </p:nvSpPr>
        <p:spPr>
          <a:xfrm>
            <a:off x="10073214" y="1038799"/>
            <a:ext cx="14735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AI/</a:t>
            </a:r>
            <a:r>
              <a:rPr lang="zh-CN" altLang="en-US" sz="1600" b="1" spc="100" dirty="0">
                <a:solidFill>
                  <a:srgbClr val="1E46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脚本</a:t>
            </a:r>
            <a:endParaRPr lang="en-US" altLang="zh-CN" sz="1600" b="1" spc="100" dirty="0">
              <a:solidFill>
                <a:srgbClr val="1E46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690265FD-966A-8DB7-05F6-3C60196F01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4428" y="1026778"/>
            <a:ext cx="358644" cy="358644"/>
          </a:xfrm>
          <a:prstGeom prst="rect">
            <a:avLst/>
          </a:prstGeom>
        </p:spPr>
      </p:pic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7648778-2DFC-32F7-4A92-B0C2B697B8C4}"/>
              </a:ext>
            </a:extLst>
          </p:cNvPr>
          <p:cNvSpPr/>
          <p:nvPr/>
        </p:nvSpPr>
        <p:spPr>
          <a:xfrm>
            <a:off x="171449" y="1931423"/>
            <a:ext cx="11849101" cy="522631"/>
          </a:xfrm>
          <a:prstGeom prst="roundRect">
            <a:avLst>
              <a:gd name="adj" fmla="val 21229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统一安全治理：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身份认证、权限控制、操作审计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0516D6E-C842-2FA0-1439-2678ABCFA824}"/>
              </a:ext>
            </a:extLst>
          </p:cNvPr>
          <p:cNvSpPr txBox="1"/>
          <p:nvPr/>
        </p:nvSpPr>
        <p:spPr>
          <a:xfrm>
            <a:off x="437311" y="1992683"/>
            <a:ext cx="1019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后端层 </a:t>
            </a:r>
            <a:endParaRPr lang="zh-CN" altLang="en-US" dirty="0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5A8712F7-C224-47C6-60B7-6BC9A0663BA3}"/>
              </a:ext>
            </a:extLst>
          </p:cNvPr>
          <p:cNvSpPr/>
          <p:nvPr/>
        </p:nvSpPr>
        <p:spPr>
          <a:xfrm>
            <a:off x="291191" y="2652287"/>
            <a:ext cx="1328790" cy="1300587"/>
          </a:xfrm>
          <a:prstGeom prst="roundRect">
            <a:avLst>
              <a:gd name="adj" fmla="val 11433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Watch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中心层</a:t>
            </a:r>
            <a:endParaRPr lang="en-US" altLang="zh-CN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A0379EE-B070-7497-1DF3-88C05F06E146}"/>
              </a:ext>
            </a:extLst>
          </p:cNvPr>
          <p:cNvSpPr/>
          <p:nvPr/>
        </p:nvSpPr>
        <p:spPr>
          <a:xfrm>
            <a:off x="171448" y="4232276"/>
            <a:ext cx="11849101" cy="522631"/>
          </a:xfrm>
          <a:prstGeom prst="roundRect">
            <a:avLst>
              <a:gd name="adj" fmla="val 21229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统一数据契约：</a:t>
            </a:r>
            <a:r>
              <a:rPr lang="en-US" altLang="zh-CN" sz="1400" b="1" spc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device_id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point_id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timestamp</a:t>
            </a:r>
            <a:r>
              <a: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quality……</a:t>
            </a:r>
            <a:endParaRPr lang="zh-CN" altLang="en-US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BF767CC-EF74-19D4-0B51-51BF910C2BAE}"/>
              </a:ext>
            </a:extLst>
          </p:cNvPr>
          <p:cNvSpPr txBox="1"/>
          <p:nvPr/>
        </p:nvSpPr>
        <p:spPr>
          <a:xfrm>
            <a:off x="445998" y="4313914"/>
            <a:ext cx="1019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0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数据层 </a:t>
            </a:r>
            <a:endParaRPr lang="zh-CN" altLang="en-US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90DEBA94-CC23-4E06-BBC8-F90B60F78E0C}"/>
              </a:ext>
            </a:extLst>
          </p:cNvPr>
          <p:cNvSpPr/>
          <p:nvPr/>
        </p:nvSpPr>
        <p:spPr>
          <a:xfrm>
            <a:off x="279917" y="5301856"/>
            <a:ext cx="1328790" cy="1300587"/>
          </a:xfrm>
          <a:prstGeom prst="roundRect">
            <a:avLst>
              <a:gd name="adj" fmla="val 11433"/>
            </a:avLst>
          </a:prstGeom>
          <a:solidFill>
            <a:srgbClr val="1E4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Watch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中心层</a:t>
            </a:r>
            <a:endParaRPr lang="en-US" altLang="zh-CN" sz="20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250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84F11F0-11FD-1E17-8D69-E905F50F2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276600"/>
            <a:ext cx="469900" cy="469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2DC3C7-D15C-FC29-5561-00A54A2B8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2730500"/>
            <a:ext cx="10922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7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543</Words>
  <Application>Microsoft Office PowerPoint</Application>
  <PresentationFormat>宽屏</PresentationFormat>
  <Paragraphs>93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Microsoft YaHei</vt:lpstr>
      <vt:lpstr>Microsoft YaHei</vt:lpstr>
      <vt:lpstr>幼圆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HuaiUaiAiI Shuai</dc:creator>
  <cp:lastModifiedBy>HuaiUaiAiI Shuai</cp:lastModifiedBy>
  <cp:revision>9</cp:revision>
  <dcterms:created xsi:type="dcterms:W3CDTF">2026-08-31T00:45:23Z</dcterms:created>
  <dcterms:modified xsi:type="dcterms:W3CDTF">2026-09-06T13:59:28Z</dcterms:modified>
</cp:coreProperties>
</file>